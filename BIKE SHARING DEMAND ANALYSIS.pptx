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Ex1.xml" ContentType="application/vnd.ms-office.chartex+xml"/>
  <Override PartName="/ppt/charts/style3.xml" ContentType="application/vnd.ms-office.chartstyle+xml"/>
  <Override PartName="/ppt/charts/colors3.xml" ContentType="application/vnd.ms-office.chartcolorstyle+xml"/>
  <Override PartName="/ppt/charts/chart3.xml" ContentType="application/vnd.openxmlformats-officedocument.drawingml.chart+xml"/>
  <Override PartName="/ppt/charts/style4.xml" ContentType="application/vnd.ms-office.chartstyle+xml"/>
  <Override PartName="/ppt/charts/colors4.xml" ContentType="application/vnd.ms-office.chartcolorstyle+xml"/>
  <Override PartName="/ppt/charts/chartEx2.xml" ContentType="application/vnd.ms-office.chartex+xml"/>
  <Override PartName="/ppt/charts/style5.xml" ContentType="application/vnd.ms-office.chartstyle+xml"/>
  <Override PartName="/ppt/charts/colors5.xml" ContentType="application/vnd.ms-office.chartcolorstyle+xml"/>
  <Override PartName="/ppt/charts/chartEx3.xml" ContentType="application/vnd.ms-office.chartex+xml"/>
  <Override PartName="/ppt/charts/style6.xml" ContentType="application/vnd.ms-office.chartstyle+xml"/>
  <Override PartName="/ppt/charts/colors6.xml" ContentType="application/vnd.ms-office.chartcolorstyle+xml"/>
  <Override PartName="/ppt/charts/chartEx4.xml" ContentType="application/vnd.ms-office.chartex+xml"/>
  <Override PartName="/ppt/charts/style7.xml" ContentType="application/vnd.ms-office.chartstyle+xml"/>
  <Override PartName="/ppt/charts/colors7.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4.xml" ContentType="application/vnd.openxmlformats-officedocument.drawingml.chart+xml"/>
  <Override PartName="/ppt/charts/style8.xml" ContentType="application/vnd.ms-office.chartstyle+xml"/>
  <Override PartName="/ppt/charts/colors8.xml" ContentType="application/vnd.ms-office.chartcolorstyle+xml"/>
  <Override PartName="/ppt/charts/chart5.xml" ContentType="application/vnd.openxmlformats-officedocument.drawingml.chart+xml"/>
  <Override PartName="/ppt/charts/style9.xml" ContentType="application/vnd.ms-office.chartstyle+xml"/>
  <Override PartName="/ppt/charts/colors9.xml" ContentType="application/vnd.ms-office.chartcolorstyle+xml"/>
  <Override PartName="/ppt/charts/chart6.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7.xml" ContentType="application/vnd.openxmlformats-officedocument.drawingml.chart+xml"/>
  <Override PartName="/ppt/charts/style11.xml" ContentType="application/vnd.ms-office.chartstyle+xml"/>
  <Override PartName="/ppt/charts/colors11.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10" r:id="rId4"/>
  </p:sldMasterIdLst>
  <p:sldIdLst>
    <p:sldId id="266" r:id="rId5"/>
    <p:sldId id="267" r:id="rId6"/>
    <p:sldId id="268" r:id="rId7"/>
    <p:sldId id="269" r:id="rId8"/>
    <p:sldId id="270" r:id="rId9"/>
    <p:sldId id="271" r:id="rId10"/>
    <p:sldId id="272" r:id="rId11"/>
    <p:sldId id="273" r:id="rId12"/>
    <p:sldId id="274" r:id="rId13"/>
    <p:sldId id="275" r:id="rId14"/>
    <p:sldId id="276" r:id="rId15"/>
    <p:sldId id="277" r:id="rId16"/>
    <p:sldId id="278" r:id="rId17"/>
    <p:sldId id="279" r:id="rId18"/>
    <p:sldId id="280" r:id="rId19"/>
    <p:sldId id="281" r:id="rId20"/>
    <p:sldId id="283" r:id="rId21"/>
    <p:sldId id="284" r:id="rId22"/>
    <p:sldId id="282" r:id="rId23"/>
    <p:sldId id="285"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55D197-A29C-4CEB-807B-3B21D3935744}" v="384" dt="2026-10-28T15:18:57.9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19" autoAdjust="0"/>
  </p:normalViewPr>
  <p:slideViewPr>
    <p:cSldViewPr snapToGrid="0">
      <p:cViewPr varScale="1">
        <p:scale>
          <a:sx n="97" d="100"/>
          <a:sy n="97" d="100"/>
        </p:scale>
        <p:origin x="96" y="2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nanisri Dhanasekar" userId="0225c961dab4276b" providerId="LiveId" clId="{6AEAC8CA-FEC9-4DA1-98EF-BA39CA208EC0}"/>
    <pc:docChg chg="undo custSel addSld delSld modSld modMainMaster">
      <pc:chgData name="Jananisri Dhanasekar" userId="0225c961dab4276b" providerId="LiveId" clId="{6AEAC8CA-FEC9-4DA1-98EF-BA39CA208EC0}" dt="2026-10-28T15:26:54.194" v="8534" actId="14100"/>
      <pc:docMkLst>
        <pc:docMk/>
      </pc:docMkLst>
      <pc:sldChg chg="addSp delSp modSp mod setBg">
        <pc:chgData name="Jananisri Dhanasekar" userId="0225c961dab4276b" providerId="LiveId" clId="{6AEAC8CA-FEC9-4DA1-98EF-BA39CA208EC0}" dt="2026-10-28T15:20:10.065" v="8532" actId="207"/>
        <pc:sldMkLst>
          <pc:docMk/>
          <pc:sldMk cId="895915843" sldId="266"/>
        </pc:sldMkLst>
        <pc:spChg chg="mod">
          <ac:chgData name="Jananisri Dhanasekar" userId="0225c961dab4276b" providerId="LiveId" clId="{6AEAC8CA-FEC9-4DA1-98EF-BA39CA208EC0}" dt="2026-10-28T14:48:48.801" v="8255" actId="404"/>
          <ac:spMkLst>
            <pc:docMk/>
            <pc:sldMk cId="895915843" sldId="266"/>
            <ac:spMk id="2" creationId="{9AB2EA78-AEB3-469B-9025-3B17201A457B}"/>
          </ac:spMkLst>
        </pc:spChg>
        <pc:spChg chg="mod">
          <ac:chgData name="Jananisri Dhanasekar" userId="0225c961dab4276b" providerId="LiveId" clId="{6AEAC8CA-FEC9-4DA1-98EF-BA39CA208EC0}" dt="2026-10-28T15:20:10.065" v="8532" actId="207"/>
          <ac:spMkLst>
            <pc:docMk/>
            <pc:sldMk cId="895915843" sldId="266"/>
            <ac:spMk id="3" creationId="{255E1F2F-E259-4EA8-9FFD-3A10AF541859}"/>
          </ac:spMkLst>
        </pc:spChg>
        <pc:picChg chg="mod">
          <ac:chgData name="Jananisri Dhanasekar" userId="0225c961dab4276b" providerId="LiveId" clId="{6AEAC8CA-FEC9-4DA1-98EF-BA39CA208EC0}" dt="2026-10-25T14:25:58.371" v="1088" actId="339"/>
          <ac:picMkLst>
            <pc:docMk/>
            <pc:sldMk cId="895915843" sldId="266"/>
            <ac:picMk id="5" creationId="{A701C007-D63C-6E40-A349-A8DA2F2FD292}"/>
          </ac:picMkLst>
        </pc:picChg>
        <pc:picChg chg="add del mod">
          <ac:chgData name="Jananisri Dhanasekar" userId="0225c961dab4276b" providerId="LiveId" clId="{6AEAC8CA-FEC9-4DA1-98EF-BA39CA208EC0}" dt="2026-10-28T14:46:40.133" v="8234" actId="14100"/>
          <ac:picMkLst>
            <pc:docMk/>
            <pc:sldMk cId="895915843" sldId="266"/>
            <ac:picMk id="6" creationId="{8940CBE3-3F91-419A-A649-32AB388ECA8B}"/>
          </ac:picMkLst>
        </pc:picChg>
      </pc:sldChg>
      <pc:sldChg chg="modSp mod setBg">
        <pc:chgData name="Jananisri Dhanasekar" userId="0225c961dab4276b" providerId="LiveId" clId="{6AEAC8CA-FEC9-4DA1-98EF-BA39CA208EC0}" dt="2026-10-28T15:14:31.510" v="8500"/>
        <pc:sldMkLst>
          <pc:docMk/>
          <pc:sldMk cId="3154017461" sldId="267"/>
        </pc:sldMkLst>
        <pc:spChg chg="mod">
          <ac:chgData name="Jananisri Dhanasekar" userId="0225c961dab4276b" providerId="LiveId" clId="{6AEAC8CA-FEC9-4DA1-98EF-BA39CA208EC0}" dt="2026-10-28T14:52:00.711" v="8292" actId="2711"/>
          <ac:spMkLst>
            <pc:docMk/>
            <pc:sldMk cId="3154017461" sldId="267"/>
            <ac:spMk id="6" creationId="{C189C38E-8780-1F28-B91F-1B4AAC8C1263}"/>
          </ac:spMkLst>
        </pc:spChg>
      </pc:sldChg>
      <pc:sldChg chg="addSp delSp modSp mod setBg">
        <pc:chgData name="Jananisri Dhanasekar" userId="0225c961dab4276b" providerId="LiveId" clId="{6AEAC8CA-FEC9-4DA1-98EF-BA39CA208EC0}" dt="2026-10-28T15:18:39.443" v="8524" actId="27636"/>
        <pc:sldMkLst>
          <pc:docMk/>
          <pc:sldMk cId="3115794077" sldId="268"/>
        </pc:sldMkLst>
        <pc:spChg chg="mod">
          <ac:chgData name="Jananisri Dhanasekar" userId="0225c961dab4276b" providerId="LiveId" clId="{6AEAC8CA-FEC9-4DA1-98EF-BA39CA208EC0}" dt="2026-10-28T15:18:39.443" v="8524" actId="27636"/>
          <ac:spMkLst>
            <pc:docMk/>
            <pc:sldMk cId="3115794077" sldId="268"/>
            <ac:spMk id="2" creationId="{529C65EE-E640-2355-7D3C-B92D85C7E515}"/>
          </ac:spMkLst>
        </pc:spChg>
        <pc:spChg chg="mod">
          <ac:chgData name="Jananisri Dhanasekar" userId="0225c961dab4276b" providerId="LiveId" clId="{6AEAC8CA-FEC9-4DA1-98EF-BA39CA208EC0}" dt="2026-10-25T14:33:39.069" v="1138" actId="207"/>
          <ac:spMkLst>
            <pc:docMk/>
            <pc:sldMk cId="3115794077" sldId="268"/>
            <ac:spMk id="3" creationId="{E79B637B-FD6B-F683-1644-7F13E13144F2}"/>
          </ac:spMkLst>
        </pc:spChg>
        <pc:spChg chg="add del mod">
          <ac:chgData name="Jananisri Dhanasekar" userId="0225c961dab4276b" providerId="LiveId" clId="{6AEAC8CA-FEC9-4DA1-98EF-BA39CA208EC0}" dt="2026-10-25T13:29:46.803" v="479" actId="47"/>
          <ac:spMkLst>
            <pc:docMk/>
            <pc:sldMk cId="3115794077" sldId="268"/>
            <ac:spMk id="7" creationId="{F41A281C-F1A6-381C-73B6-96CC5FBB3489}"/>
          </ac:spMkLst>
        </pc:spChg>
      </pc:sldChg>
      <pc:sldChg chg="addSp delSp modSp new mod setBg">
        <pc:chgData name="Jananisri Dhanasekar" userId="0225c961dab4276b" providerId="LiveId" clId="{6AEAC8CA-FEC9-4DA1-98EF-BA39CA208EC0}" dt="2026-10-28T15:26:54.194" v="8534" actId="14100"/>
        <pc:sldMkLst>
          <pc:docMk/>
          <pc:sldMk cId="2575898759" sldId="269"/>
        </pc:sldMkLst>
        <pc:spChg chg="mod">
          <ac:chgData name="Jananisri Dhanasekar" userId="0225c961dab4276b" providerId="LiveId" clId="{6AEAC8CA-FEC9-4DA1-98EF-BA39CA208EC0}" dt="2026-10-28T14:52:34.311" v="8294" actId="2711"/>
          <ac:spMkLst>
            <pc:docMk/>
            <pc:sldMk cId="2575898759" sldId="269"/>
            <ac:spMk id="2" creationId="{C5C45386-03E8-5F6A-C449-BA7E97568BCA}"/>
          </ac:spMkLst>
        </pc:spChg>
        <pc:spChg chg="add mod">
          <ac:chgData name="Jananisri Dhanasekar" userId="0225c961dab4276b" providerId="LiveId" clId="{6AEAC8CA-FEC9-4DA1-98EF-BA39CA208EC0}" dt="2026-10-25T13:46:32.564" v="780" actId="113"/>
          <ac:spMkLst>
            <pc:docMk/>
            <pc:sldMk cId="2575898759" sldId="269"/>
            <ac:spMk id="16" creationId="{D46DD273-64F6-D7E1-D8C9-7398835DE3B8}"/>
          </ac:spMkLst>
        </pc:spChg>
        <pc:spChg chg="add mod">
          <ac:chgData name="Jananisri Dhanasekar" userId="0225c961dab4276b" providerId="LiveId" clId="{6AEAC8CA-FEC9-4DA1-98EF-BA39CA208EC0}" dt="2026-10-25T13:46:43.641" v="781" actId="113"/>
          <ac:spMkLst>
            <pc:docMk/>
            <pc:sldMk cId="2575898759" sldId="269"/>
            <ac:spMk id="17" creationId="{D9DB30C5-56E3-BC5C-38B9-763D8864BB95}"/>
          </ac:spMkLst>
        </pc:spChg>
        <pc:spChg chg="add mod">
          <ac:chgData name="Jananisri Dhanasekar" userId="0225c961dab4276b" providerId="LiveId" clId="{6AEAC8CA-FEC9-4DA1-98EF-BA39CA208EC0}" dt="2026-10-25T13:47:55.976" v="794" actId="113"/>
          <ac:spMkLst>
            <pc:docMk/>
            <pc:sldMk cId="2575898759" sldId="269"/>
            <ac:spMk id="21" creationId="{2D1DBB94-84FC-AA54-0A80-9BDB19304FBD}"/>
          </ac:spMkLst>
        </pc:spChg>
        <pc:spChg chg="add mod">
          <ac:chgData name="Jananisri Dhanasekar" userId="0225c961dab4276b" providerId="LiveId" clId="{6AEAC8CA-FEC9-4DA1-98EF-BA39CA208EC0}" dt="2026-10-25T13:46:57.660" v="783" actId="113"/>
          <ac:spMkLst>
            <pc:docMk/>
            <pc:sldMk cId="2575898759" sldId="269"/>
            <ac:spMk id="24" creationId="{325E9055-3613-1B1C-7597-1804B48D4A9F}"/>
          </ac:spMkLst>
        </pc:spChg>
        <pc:spChg chg="add mod">
          <ac:chgData name="Jananisri Dhanasekar" userId="0225c961dab4276b" providerId="LiveId" clId="{6AEAC8CA-FEC9-4DA1-98EF-BA39CA208EC0}" dt="2026-10-25T13:46:49.952" v="782" actId="113"/>
          <ac:spMkLst>
            <pc:docMk/>
            <pc:sldMk cId="2575898759" sldId="269"/>
            <ac:spMk id="28" creationId="{D7A01C11-1EDF-01AC-46D0-D686E2747D47}"/>
          </ac:spMkLst>
        </pc:spChg>
        <pc:spChg chg="add mod">
          <ac:chgData name="Jananisri Dhanasekar" userId="0225c961dab4276b" providerId="LiveId" clId="{6AEAC8CA-FEC9-4DA1-98EF-BA39CA208EC0}" dt="2026-10-26T17:38:54.142" v="2039" actId="14100"/>
          <ac:spMkLst>
            <pc:docMk/>
            <pc:sldMk cId="2575898759" sldId="269"/>
            <ac:spMk id="31" creationId="{C3A10273-71A9-B978-7EAC-35A7F50C92EE}"/>
          </ac:spMkLst>
        </pc:spChg>
        <pc:spChg chg="add mod">
          <ac:chgData name="Jananisri Dhanasekar" userId="0225c961dab4276b" providerId="LiveId" clId="{6AEAC8CA-FEC9-4DA1-98EF-BA39CA208EC0}" dt="2026-10-25T13:47:36.711" v="791" actId="404"/>
          <ac:spMkLst>
            <pc:docMk/>
            <pc:sldMk cId="2575898759" sldId="269"/>
            <ac:spMk id="33" creationId="{EB399B55-0812-6353-63B1-2D0DCF2F8602}"/>
          </ac:spMkLst>
        </pc:spChg>
        <pc:spChg chg="add mod">
          <ac:chgData name="Jananisri Dhanasekar" userId="0225c961dab4276b" providerId="LiveId" clId="{6AEAC8CA-FEC9-4DA1-98EF-BA39CA208EC0}" dt="2026-10-25T13:47:48.602" v="793" actId="404"/>
          <ac:spMkLst>
            <pc:docMk/>
            <pc:sldMk cId="2575898759" sldId="269"/>
            <ac:spMk id="35" creationId="{92BBD346-2EC5-B6C3-B61B-09992EF405C6}"/>
          </ac:spMkLst>
        </pc:spChg>
        <pc:spChg chg="add mod">
          <ac:chgData name="Jananisri Dhanasekar" userId="0225c961dab4276b" providerId="LiveId" clId="{6AEAC8CA-FEC9-4DA1-98EF-BA39CA208EC0}" dt="2026-10-25T13:48:17.138" v="797" actId="113"/>
          <ac:spMkLst>
            <pc:docMk/>
            <pc:sldMk cId="2575898759" sldId="269"/>
            <ac:spMk id="38" creationId="{9EF9CAB0-BBE8-DF5D-2B30-437D258CAE7A}"/>
          </ac:spMkLst>
        </pc:spChg>
        <pc:spChg chg="add mod">
          <ac:chgData name="Jananisri Dhanasekar" userId="0225c961dab4276b" providerId="LiveId" clId="{6AEAC8CA-FEC9-4DA1-98EF-BA39CA208EC0}" dt="2026-10-25T13:48:10.937" v="796" actId="113"/>
          <ac:spMkLst>
            <pc:docMk/>
            <pc:sldMk cId="2575898759" sldId="269"/>
            <ac:spMk id="40" creationId="{4F3B3FAE-B21F-D74C-2118-1DBB325BE7D3}"/>
          </ac:spMkLst>
        </pc:spChg>
        <pc:spChg chg="add mod">
          <ac:chgData name="Jananisri Dhanasekar" userId="0225c961dab4276b" providerId="LiveId" clId="{6AEAC8CA-FEC9-4DA1-98EF-BA39CA208EC0}" dt="2026-10-25T13:48:21.789" v="798" actId="113"/>
          <ac:spMkLst>
            <pc:docMk/>
            <pc:sldMk cId="2575898759" sldId="269"/>
            <ac:spMk id="42" creationId="{2F85AFC6-DD80-6B08-208C-5EE7E6C3CCA3}"/>
          </ac:spMkLst>
        </pc:spChg>
        <pc:spChg chg="add mod">
          <ac:chgData name="Jananisri Dhanasekar" userId="0225c961dab4276b" providerId="LiveId" clId="{6AEAC8CA-FEC9-4DA1-98EF-BA39CA208EC0}" dt="2026-10-28T15:26:54.194" v="8534" actId="14100"/>
          <ac:spMkLst>
            <pc:docMk/>
            <pc:sldMk cId="2575898759" sldId="269"/>
            <ac:spMk id="44" creationId="{F231A33A-444C-4A10-BB17-4369EF952DF8}"/>
          </ac:spMkLst>
        </pc:spChg>
        <pc:spChg chg="add mod">
          <ac:chgData name="Jananisri Dhanasekar" userId="0225c961dab4276b" providerId="LiveId" clId="{6AEAC8CA-FEC9-4DA1-98EF-BA39CA208EC0}" dt="2026-10-25T13:47:13.379" v="785" actId="113"/>
          <ac:spMkLst>
            <pc:docMk/>
            <pc:sldMk cId="2575898759" sldId="269"/>
            <ac:spMk id="46" creationId="{986005C6-B690-8DFB-E39D-2DB5B5FCBE72}"/>
          </ac:spMkLst>
        </pc:spChg>
      </pc:sldChg>
      <pc:sldChg chg="addSp delSp modSp new mod setBg">
        <pc:chgData name="Jananisri Dhanasekar" userId="0225c961dab4276b" providerId="LiveId" clId="{6AEAC8CA-FEC9-4DA1-98EF-BA39CA208EC0}" dt="2026-10-28T15:18:39.215" v="8523"/>
        <pc:sldMkLst>
          <pc:docMk/>
          <pc:sldMk cId="3868922946" sldId="270"/>
        </pc:sldMkLst>
        <pc:spChg chg="mod">
          <ac:chgData name="Jananisri Dhanasekar" userId="0225c961dab4276b" providerId="LiveId" clId="{6AEAC8CA-FEC9-4DA1-98EF-BA39CA208EC0}" dt="2026-10-28T15:18:39.215" v="8523"/>
          <ac:spMkLst>
            <pc:docMk/>
            <pc:sldMk cId="3868922946" sldId="270"/>
            <ac:spMk id="2" creationId="{D51796CD-5A60-9D11-23EA-4EAC357E851A}"/>
          </ac:spMkLst>
        </pc:spChg>
        <pc:spChg chg="add mod">
          <ac:chgData name="Jananisri Dhanasekar" userId="0225c961dab4276b" providerId="LiveId" clId="{6AEAC8CA-FEC9-4DA1-98EF-BA39CA208EC0}" dt="2026-10-25T14:22:54.901" v="1073" actId="404"/>
          <ac:spMkLst>
            <pc:docMk/>
            <pc:sldMk cId="3868922946" sldId="270"/>
            <ac:spMk id="5" creationId="{E554C59C-AE32-0779-FE98-495FBE32DEC3}"/>
          </ac:spMkLst>
        </pc:spChg>
        <pc:graphicFrameChg chg="add mod">
          <ac:chgData name="Jananisri Dhanasekar" userId="0225c961dab4276b" providerId="LiveId" clId="{6AEAC8CA-FEC9-4DA1-98EF-BA39CA208EC0}" dt="2026-10-26T20:25:41.476" v="2449" actId="403"/>
          <ac:graphicFrameMkLst>
            <pc:docMk/>
            <pc:sldMk cId="3868922946" sldId="270"/>
            <ac:graphicFrameMk id="7" creationId="{1A8A2598-076F-3EBF-B11C-AC4D4A700A65}"/>
          </ac:graphicFrameMkLst>
        </pc:graphicFrameChg>
      </pc:sldChg>
      <pc:sldChg chg="addSp modSp new mod">
        <pc:chgData name="Jananisri Dhanasekar" userId="0225c961dab4276b" providerId="LiveId" clId="{6AEAC8CA-FEC9-4DA1-98EF-BA39CA208EC0}" dt="2026-10-28T15:18:39.215" v="8523"/>
        <pc:sldMkLst>
          <pc:docMk/>
          <pc:sldMk cId="2143947432" sldId="271"/>
        </pc:sldMkLst>
        <pc:spChg chg="mod">
          <ac:chgData name="Jananisri Dhanasekar" userId="0225c961dab4276b" providerId="LiveId" clId="{6AEAC8CA-FEC9-4DA1-98EF-BA39CA208EC0}" dt="2026-10-28T15:18:39.215" v="8523"/>
          <ac:spMkLst>
            <pc:docMk/>
            <pc:sldMk cId="2143947432" sldId="271"/>
            <ac:spMk id="2" creationId="{38BC9A1A-A0B1-5048-4081-5D2014EFC7A2}"/>
          </ac:spMkLst>
        </pc:spChg>
        <pc:graphicFrameChg chg="add mod">
          <ac:chgData name="Jananisri Dhanasekar" userId="0225c961dab4276b" providerId="LiveId" clId="{6AEAC8CA-FEC9-4DA1-98EF-BA39CA208EC0}" dt="2026-10-25T14:38:10.433" v="1220" actId="207"/>
          <ac:graphicFrameMkLst>
            <pc:docMk/>
            <pc:sldMk cId="2143947432" sldId="271"/>
            <ac:graphicFrameMk id="3" creationId="{A57B2A05-9DE5-4BA4-B805-08D056AB7875}"/>
          </ac:graphicFrameMkLst>
        </pc:graphicFrameChg>
      </pc:sldChg>
      <pc:sldChg chg="addSp delSp modSp new mod">
        <pc:chgData name="Jananisri Dhanasekar" userId="0225c961dab4276b" providerId="LiveId" clId="{6AEAC8CA-FEC9-4DA1-98EF-BA39CA208EC0}" dt="2026-10-28T15:18:39.457" v="8525" actId="27636"/>
        <pc:sldMkLst>
          <pc:docMk/>
          <pc:sldMk cId="3943621023" sldId="272"/>
        </pc:sldMkLst>
        <pc:spChg chg="mod">
          <ac:chgData name="Jananisri Dhanasekar" userId="0225c961dab4276b" providerId="LiveId" clId="{6AEAC8CA-FEC9-4DA1-98EF-BA39CA208EC0}" dt="2026-10-28T15:18:39.457" v="8525" actId="27636"/>
          <ac:spMkLst>
            <pc:docMk/>
            <pc:sldMk cId="3943621023" sldId="272"/>
            <ac:spMk id="2" creationId="{ECC3F5A1-DBC0-D5A1-C222-901B355F586D}"/>
          </ac:spMkLst>
        </pc:spChg>
        <pc:spChg chg="mod">
          <ac:chgData name="Jananisri Dhanasekar" userId="0225c961dab4276b" providerId="LiveId" clId="{6AEAC8CA-FEC9-4DA1-98EF-BA39CA208EC0}" dt="2026-10-28T15:18:39.215" v="8523"/>
          <ac:spMkLst>
            <pc:docMk/>
            <pc:sldMk cId="3943621023" sldId="272"/>
            <ac:spMk id="3" creationId="{9E77763F-EEFB-697A-0AE5-6A1DFE79E09E}"/>
          </ac:spMkLst>
        </pc:spChg>
        <pc:spChg chg="mod">
          <ac:chgData name="Jananisri Dhanasekar" userId="0225c961dab4276b" providerId="LiveId" clId="{6AEAC8CA-FEC9-4DA1-98EF-BA39CA208EC0}" dt="2026-10-28T15:18:39.215" v="8523"/>
          <ac:spMkLst>
            <pc:docMk/>
            <pc:sldMk cId="3943621023" sldId="272"/>
            <ac:spMk id="4" creationId="{41FC6CF0-5413-A020-F2EC-3CB68896ABD7}"/>
          </ac:spMkLst>
        </pc:spChg>
        <pc:spChg chg="mod">
          <ac:chgData name="Jananisri Dhanasekar" userId="0225c961dab4276b" providerId="LiveId" clId="{6AEAC8CA-FEC9-4DA1-98EF-BA39CA208EC0}" dt="2026-10-28T15:18:39.215" v="8523"/>
          <ac:spMkLst>
            <pc:docMk/>
            <pc:sldMk cId="3943621023" sldId="272"/>
            <ac:spMk id="5" creationId="{DEA825EE-E848-8E40-9257-4492AD59A41A}"/>
          </ac:spMkLst>
        </pc:spChg>
        <pc:spChg chg="mod">
          <ac:chgData name="Jananisri Dhanasekar" userId="0225c961dab4276b" providerId="LiveId" clId="{6AEAC8CA-FEC9-4DA1-98EF-BA39CA208EC0}" dt="2026-10-28T15:18:39.215" v="8523"/>
          <ac:spMkLst>
            <pc:docMk/>
            <pc:sldMk cId="3943621023" sldId="272"/>
            <ac:spMk id="6" creationId="{3AF8CF9F-1F54-C54D-5081-F6700D3F71DD}"/>
          </ac:spMkLst>
        </pc:spChg>
        <pc:spChg chg="mod">
          <ac:chgData name="Jananisri Dhanasekar" userId="0225c961dab4276b" providerId="LiveId" clId="{6AEAC8CA-FEC9-4DA1-98EF-BA39CA208EC0}" dt="2026-10-28T15:18:39.215" v="8523"/>
          <ac:spMkLst>
            <pc:docMk/>
            <pc:sldMk cId="3943621023" sldId="272"/>
            <ac:spMk id="7" creationId="{021E928E-2084-6161-99BC-B14C30CCA9CE}"/>
          </ac:spMkLst>
        </pc:spChg>
        <pc:spChg chg="mod">
          <ac:chgData name="Jananisri Dhanasekar" userId="0225c961dab4276b" providerId="LiveId" clId="{6AEAC8CA-FEC9-4DA1-98EF-BA39CA208EC0}" dt="2026-10-28T15:18:39.215" v="8523"/>
          <ac:spMkLst>
            <pc:docMk/>
            <pc:sldMk cId="3943621023" sldId="272"/>
            <ac:spMk id="8" creationId="{AE67D9E4-9020-69A7-2778-1E9A37669D5E}"/>
          </ac:spMkLst>
        </pc:spChg>
        <pc:graphicFrameChg chg="add mod modGraphic">
          <ac:chgData name="Jananisri Dhanasekar" userId="0225c961dab4276b" providerId="LiveId" clId="{6AEAC8CA-FEC9-4DA1-98EF-BA39CA208EC0}" dt="2026-10-26T17:28:49.038" v="1605"/>
          <ac:graphicFrameMkLst>
            <pc:docMk/>
            <pc:sldMk cId="3943621023" sldId="272"/>
            <ac:graphicFrameMk id="9" creationId="{AEEA5AC5-67E2-5F99-A6DF-B03F1000EEAA}"/>
          </ac:graphicFrameMkLst>
        </pc:graphicFrameChg>
        <pc:graphicFrameChg chg="add mod">
          <ac:chgData name="Jananisri Dhanasekar" userId="0225c961dab4276b" providerId="LiveId" clId="{6AEAC8CA-FEC9-4DA1-98EF-BA39CA208EC0}" dt="2026-10-26T17:27:46.944" v="1600" actId="1076"/>
          <ac:graphicFrameMkLst>
            <pc:docMk/>
            <pc:sldMk cId="3943621023" sldId="272"/>
            <ac:graphicFrameMk id="11" creationId="{E7C59AE6-10A0-D5A7-2AAC-56735D2F88A8}"/>
          </ac:graphicFrameMkLst>
        </pc:graphicFrameChg>
        <pc:graphicFrameChg chg="add mod modGraphic">
          <ac:chgData name="Jananisri Dhanasekar" userId="0225c961dab4276b" providerId="LiveId" clId="{6AEAC8CA-FEC9-4DA1-98EF-BA39CA208EC0}" dt="2026-10-26T20:27:12.588" v="2467"/>
          <ac:graphicFrameMkLst>
            <pc:docMk/>
            <pc:sldMk cId="3943621023" sldId="272"/>
            <ac:graphicFrameMk id="13" creationId="{2EB8AA01-259C-1ABA-579D-3D72BBF81C78}"/>
          </ac:graphicFrameMkLst>
        </pc:graphicFrameChg>
        <pc:graphicFrameChg chg="add mod modGraphic">
          <ac:chgData name="Jananisri Dhanasekar" userId="0225c961dab4276b" providerId="LiveId" clId="{6AEAC8CA-FEC9-4DA1-98EF-BA39CA208EC0}" dt="2026-10-26T22:46:11.824" v="2573" actId="14100"/>
          <ac:graphicFrameMkLst>
            <pc:docMk/>
            <pc:sldMk cId="3943621023" sldId="272"/>
            <ac:graphicFrameMk id="18" creationId="{2EB8AA01-259C-1ABA-579D-3D72BBF81C78}"/>
          </ac:graphicFrameMkLst>
        </pc:graphicFrameChg>
      </pc:sldChg>
      <pc:sldChg chg="addSp delSp modSp new mod">
        <pc:chgData name="Jananisri Dhanasekar" userId="0225c961dab4276b" providerId="LiveId" clId="{6AEAC8CA-FEC9-4DA1-98EF-BA39CA208EC0}" dt="2026-10-28T15:18:39.215" v="8523"/>
        <pc:sldMkLst>
          <pc:docMk/>
          <pc:sldMk cId="2111344813" sldId="273"/>
        </pc:sldMkLst>
        <pc:spChg chg="mod">
          <ac:chgData name="Jananisri Dhanasekar" userId="0225c961dab4276b" providerId="LiveId" clId="{6AEAC8CA-FEC9-4DA1-98EF-BA39CA208EC0}" dt="2026-10-28T15:18:39.215" v="8523"/>
          <ac:spMkLst>
            <pc:docMk/>
            <pc:sldMk cId="2111344813" sldId="273"/>
            <ac:spMk id="2" creationId="{80B712D6-889B-A449-8BDD-F9A2E44508B6}"/>
          </ac:spMkLst>
        </pc:spChg>
        <pc:spChg chg="add mod">
          <ac:chgData name="Jananisri Dhanasekar" userId="0225c961dab4276b" providerId="LiveId" clId="{6AEAC8CA-FEC9-4DA1-98EF-BA39CA208EC0}" dt="2026-10-26T19:41:58.770" v="2387" actId="20577"/>
          <ac:spMkLst>
            <pc:docMk/>
            <pc:sldMk cId="2111344813" sldId="273"/>
            <ac:spMk id="6" creationId="{71787C94-0EC3-3035-6AC2-29606C3AFC02}"/>
          </ac:spMkLst>
        </pc:spChg>
        <pc:spChg chg="add mod">
          <ac:chgData name="Jananisri Dhanasekar" userId="0225c961dab4276b" providerId="LiveId" clId="{6AEAC8CA-FEC9-4DA1-98EF-BA39CA208EC0}" dt="2026-10-26T19:42:10.376" v="2388" actId="1076"/>
          <ac:spMkLst>
            <pc:docMk/>
            <pc:sldMk cId="2111344813" sldId="273"/>
            <ac:spMk id="7" creationId="{0C6CBCC6-300B-D75C-CC24-7AD40ECC9E6A}"/>
          </ac:spMkLst>
        </pc:spChg>
        <pc:picChg chg="add mod">
          <ac:chgData name="Jananisri Dhanasekar" userId="0225c961dab4276b" providerId="LiveId" clId="{6AEAC8CA-FEC9-4DA1-98EF-BA39CA208EC0}" dt="2026-10-26T19:42:50.067" v="2392" actId="207"/>
          <ac:picMkLst>
            <pc:docMk/>
            <pc:sldMk cId="2111344813" sldId="273"/>
            <ac:picMk id="4" creationId="{17F41B6B-576B-7F11-BD37-209F9258A901}"/>
          </ac:picMkLst>
        </pc:picChg>
      </pc:sldChg>
      <pc:sldChg chg="addSp modSp new mod">
        <pc:chgData name="Jananisri Dhanasekar" userId="0225c961dab4276b" providerId="LiveId" clId="{6AEAC8CA-FEC9-4DA1-98EF-BA39CA208EC0}" dt="2026-10-28T15:18:39.215" v="8523"/>
        <pc:sldMkLst>
          <pc:docMk/>
          <pc:sldMk cId="1688569171" sldId="274"/>
        </pc:sldMkLst>
        <pc:spChg chg="mod">
          <ac:chgData name="Jananisri Dhanasekar" userId="0225c961dab4276b" providerId="LiveId" clId="{6AEAC8CA-FEC9-4DA1-98EF-BA39CA208EC0}" dt="2026-10-28T15:18:39.215" v="8523"/>
          <ac:spMkLst>
            <pc:docMk/>
            <pc:sldMk cId="1688569171" sldId="274"/>
            <ac:spMk id="2" creationId="{5AFFB452-3983-95DD-DB21-809CB66263E4}"/>
          </ac:spMkLst>
        </pc:spChg>
        <pc:spChg chg="add mod">
          <ac:chgData name="Jananisri Dhanasekar" userId="0225c961dab4276b" providerId="LiveId" clId="{6AEAC8CA-FEC9-4DA1-98EF-BA39CA208EC0}" dt="2026-10-26T22:33:54.572" v="2558" actId="207"/>
          <ac:spMkLst>
            <pc:docMk/>
            <pc:sldMk cId="1688569171" sldId="274"/>
            <ac:spMk id="4" creationId="{671B9BC4-2EB5-0F3C-6AC5-B46ECF564543}"/>
          </ac:spMkLst>
        </pc:spChg>
        <pc:graphicFrameChg chg="add mod modGraphic">
          <ac:chgData name="Jananisri Dhanasekar" userId="0225c961dab4276b" providerId="LiveId" clId="{6AEAC8CA-FEC9-4DA1-98EF-BA39CA208EC0}" dt="2026-10-27T01:36:36.924" v="5251"/>
          <ac:graphicFrameMkLst>
            <pc:docMk/>
            <pc:sldMk cId="1688569171" sldId="274"/>
            <ac:graphicFrameMk id="3" creationId="{D88174C0-2892-B0E7-DFA8-26A25C97B5B9}"/>
          </ac:graphicFrameMkLst>
        </pc:graphicFrameChg>
      </pc:sldChg>
      <pc:sldChg chg="addSp delSp modSp new mod">
        <pc:chgData name="Jananisri Dhanasekar" userId="0225c961dab4276b" providerId="LiveId" clId="{6AEAC8CA-FEC9-4DA1-98EF-BA39CA208EC0}" dt="2026-10-28T15:18:35.677" v="8522" actId="27636"/>
        <pc:sldMkLst>
          <pc:docMk/>
          <pc:sldMk cId="361896487" sldId="275"/>
        </pc:sldMkLst>
        <pc:spChg chg="mod">
          <ac:chgData name="Jananisri Dhanasekar" userId="0225c961dab4276b" providerId="LiveId" clId="{6AEAC8CA-FEC9-4DA1-98EF-BA39CA208EC0}" dt="2026-10-28T15:18:35.677" v="8522" actId="27636"/>
          <ac:spMkLst>
            <pc:docMk/>
            <pc:sldMk cId="361896487" sldId="275"/>
            <ac:spMk id="2" creationId="{629059A6-8A5B-B044-0A83-828CB3C39E85}"/>
          </ac:spMkLst>
        </pc:spChg>
        <pc:spChg chg="add mod">
          <ac:chgData name="Jananisri Dhanasekar" userId="0225c961dab4276b" providerId="LiveId" clId="{6AEAC8CA-FEC9-4DA1-98EF-BA39CA208EC0}" dt="2026-10-26T23:38:09.598" v="3704" actId="20577"/>
          <ac:spMkLst>
            <pc:docMk/>
            <pc:sldMk cId="361896487" sldId="275"/>
            <ac:spMk id="5" creationId="{0E1752D9-058B-B1CD-BBF9-D8E0C9FAEB4E}"/>
          </ac:spMkLst>
        </pc:spChg>
      </pc:sldChg>
      <pc:sldChg chg="addSp delSp modSp new mod">
        <pc:chgData name="Jananisri Dhanasekar" userId="0225c961dab4276b" providerId="LiveId" clId="{6AEAC8CA-FEC9-4DA1-98EF-BA39CA208EC0}" dt="2026-10-28T15:18:39.215" v="8523"/>
        <pc:sldMkLst>
          <pc:docMk/>
          <pc:sldMk cId="2920003019" sldId="276"/>
        </pc:sldMkLst>
        <pc:spChg chg="mod">
          <ac:chgData name="Jananisri Dhanasekar" userId="0225c961dab4276b" providerId="LiveId" clId="{6AEAC8CA-FEC9-4DA1-98EF-BA39CA208EC0}" dt="2026-10-28T15:18:39.215" v="8523"/>
          <ac:spMkLst>
            <pc:docMk/>
            <pc:sldMk cId="2920003019" sldId="276"/>
            <ac:spMk id="2" creationId="{E6A20B75-58F4-9A38-68E3-6ADBD55D110F}"/>
          </ac:spMkLst>
        </pc:spChg>
        <pc:spChg chg="add mod">
          <ac:chgData name="Jananisri Dhanasekar" userId="0225c961dab4276b" providerId="LiveId" clId="{6AEAC8CA-FEC9-4DA1-98EF-BA39CA208EC0}" dt="2026-10-26T23:38:41.671" v="3708" actId="14100"/>
          <ac:spMkLst>
            <pc:docMk/>
            <pc:sldMk cId="2920003019" sldId="276"/>
            <ac:spMk id="4" creationId="{A578B570-0885-3099-C142-E50FB690DA7A}"/>
          </ac:spMkLst>
        </pc:spChg>
        <pc:graphicFrameChg chg="add mod">
          <ac:chgData name="Jananisri Dhanasekar" userId="0225c961dab4276b" providerId="LiveId" clId="{6AEAC8CA-FEC9-4DA1-98EF-BA39CA208EC0}" dt="2026-10-26T23:31:57.102" v="3621" actId="14100"/>
          <ac:graphicFrameMkLst>
            <pc:docMk/>
            <pc:sldMk cId="2920003019" sldId="276"/>
            <ac:graphicFrameMk id="12" creationId="{018AAFBB-CE08-E5E3-E033-4999E0BEEEF7}"/>
          </ac:graphicFrameMkLst>
        </pc:graphicFrameChg>
        <pc:graphicFrameChg chg="add mod">
          <ac:chgData name="Jananisri Dhanasekar" userId="0225c961dab4276b" providerId="LiveId" clId="{6AEAC8CA-FEC9-4DA1-98EF-BA39CA208EC0}" dt="2026-10-26T23:31:50.814" v="3620" actId="14100"/>
          <ac:graphicFrameMkLst>
            <pc:docMk/>
            <pc:sldMk cId="2920003019" sldId="276"/>
            <ac:graphicFrameMk id="16" creationId="{834800A6-4E9D-0D7B-96A5-E8E5FAA0A0D7}"/>
          </ac:graphicFrameMkLst>
        </pc:graphicFrameChg>
        <pc:graphicFrameChg chg="add mod">
          <ac:chgData name="Jananisri Dhanasekar" userId="0225c961dab4276b" providerId="LiveId" clId="{6AEAC8CA-FEC9-4DA1-98EF-BA39CA208EC0}" dt="2026-10-28T13:51:13.028" v="6802" actId="14100"/>
          <ac:graphicFrameMkLst>
            <pc:docMk/>
            <pc:sldMk cId="2920003019" sldId="276"/>
            <ac:graphicFrameMk id="17" creationId="{F623B02A-2E75-7C49-78DC-81EBD69F2D25}"/>
          </ac:graphicFrameMkLst>
        </pc:graphicFrameChg>
        <pc:graphicFrameChg chg="add mod">
          <ac:chgData name="Jananisri Dhanasekar" userId="0225c961dab4276b" providerId="LiveId" clId="{6AEAC8CA-FEC9-4DA1-98EF-BA39CA208EC0}" dt="2026-10-28T13:50:09.215" v="6795" actId="1076"/>
          <ac:graphicFrameMkLst>
            <pc:docMk/>
            <pc:sldMk cId="2920003019" sldId="276"/>
            <ac:graphicFrameMk id="20" creationId="{F6119DF6-5FD2-755F-77A7-7BFA3F9B6A84}"/>
          </ac:graphicFrameMkLst>
        </pc:graphicFrameChg>
        <pc:graphicFrameChg chg="add mod">
          <ac:chgData name="Jananisri Dhanasekar" userId="0225c961dab4276b" providerId="LiveId" clId="{6AEAC8CA-FEC9-4DA1-98EF-BA39CA208EC0}" dt="2026-10-28T13:50:01.028" v="6794" actId="1076"/>
          <ac:graphicFrameMkLst>
            <pc:docMk/>
            <pc:sldMk cId="2920003019" sldId="276"/>
            <ac:graphicFrameMk id="23" creationId="{F8CCAA8B-1A2B-4E31-9708-2FBEF0CEA099}"/>
          </ac:graphicFrameMkLst>
        </pc:graphicFrameChg>
        <pc:picChg chg="add mod">
          <ac:chgData name="Jananisri Dhanasekar" userId="0225c961dab4276b" providerId="LiveId" clId="{6AEAC8CA-FEC9-4DA1-98EF-BA39CA208EC0}" dt="2026-10-26T23:27:36.460" v="3587" actId="1076"/>
          <ac:picMkLst>
            <pc:docMk/>
            <pc:sldMk cId="2920003019" sldId="276"/>
            <ac:picMk id="5" creationId="{D5F814DB-7C25-C61E-84CC-7B9E05F4A1A4}"/>
          </ac:picMkLst>
        </pc:picChg>
        <pc:picChg chg="add mod">
          <ac:chgData name="Jananisri Dhanasekar" userId="0225c961dab4276b" providerId="LiveId" clId="{6AEAC8CA-FEC9-4DA1-98EF-BA39CA208EC0}" dt="2026-10-26T23:27:57.396" v="3590" actId="1076"/>
          <ac:picMkLst>
            <pc:docMk/>
            <pc:sldMk cId="2920003019" sldId="276"/>
            <ac:picMk id="6" creationId="{CE51CBBB-D5C5-92AD-9F7D-034CC3F41991}"/>
          </ac:picMkLst>
        </pc:picChg>
        <pc:picChg chg="add mod">
          <ac:chgData name="Jananisri Dhanasekar" userId="0225c961dab4276b" providerId="LiveId" clId="{6AEAC8CA-FEC9-4DA1-98EF-BA39CA208EC0}" dt="2026-10-26T23:28:14.784" v="3592" actId="1076"/>
          <ac:picMkLst>
            <pc:docMk/>
            <pc:sldMk cId="2920003019" sldId="276"/>
            <ac:picMk id="7" creationId="{DB1CEFF1-5C95-ECC8-B630-D613B67B16C7}"/>
          </ac:picMkLst>
        </pc:picChg>
        <pc:picChg chg="add mod">
          <ac:chgData name="Jananisri Dhanasekar" userId="0225c961dab4276b" providerId="LiveId" clId="{6AEAC8CA-FEC9-4DA1-98EF-BA39CA208EC0}" dt="2026-10-26T23:28:28.978" v="3594" actId="1076"/>
          <ac:picMkLst>
            <pc:docMk/>
            <pc:sldMk cId="2920003019" sldId="276"/>
            <ac:picMk id="8" creationId="{F9C67CE9-3F9A-53DC-5021-96B5C2FE91B1}"/>
          </ac:picMkLst>
        </pc:picChg>
        <pc:picChg chg="add mod">
          <ac:chgData name="Jananisri Dhanasekar" userId="0225c961dab4276b" providerId="LiveId" clId="{6AEAC8CA-FEC9-4DA1-98EF-BA39CA208EC0}" dt="2026-10-26T23:28:50.970" v="3597" actId="1076"/>
          <ac:picMkLst>
            <pc:docMk/>
            <pc:sldMk cId="2920003019" sldId="276"/>
            <ac:picMk id="9" creationId="{62CBF3C1-05B1-F8BA-CB31-F843FE8DC7BC}"/>
          </ac:picMkLst>
        </pc:picChg>
        <pc:picChg chg="add mod">
          <ac:chgData name="Jananisri Dhanasekar" userId="0225c961dab4276b" providerId="LiveId" clId="{6AEAC8CA-FEC9-4DA1-98EF-BA39CA208EC0}" dt="2026-10-26T23:38:47.622" v="3709" actId="1076"/>
          <ac:picMkLst>
            <pc:docMk/>
            <pc:sldMk cId="2920003019" sldId="276"/>
            <ac:picMk id="11" creationId="{9EFCC1A0-B5A2-1718-43DE-B7F8D51A489A}"/>
          </ac:picMkLst>
        </pc:picChg>
        <pc:picChg chg="add mod">
          <ac:chgData name="Jananisri Dhanasekar" userId="0225c961dab4276b" providerId="LiveId" clId="{6AEAC8CA-FEC9-4DA1-98EF-BA39CA208EC0}" dt="2026-10-28T13:49:15.782" v="6787" actId="1076"/>
          <ac:picMkLst>
            <pc:docMk/>
            <pc:sldMk cId="2920003019" sldId="276"/>
            <ac:picMk id="19" creationId="{BEEAF6B3-0429-AFAF-1B2D-03F4D8B27B88}"/>
          </ac:picMkLst>
        </pc:picChg>
        <pc:picChg chg="add mod">
          <ac:chgData name="Jananisri Dhanasekar" userId="0225c961dab4276b" providerId="LiveId" clId="{6AEAC8CA-FEC9-4DA1-98EF-BA39CA208EC0}" dt="2026-10-28T13:50:24.228" v="6797" actId="1076"/>
          <ac:picMkLst>
            <pc:docMk/>
            <pc:sldMk cId="2920003019" sldId="276"/>
            <ac:picMk id="22" creationId="{16C19816-1F8A-E649-112D-C6A4D86E4561}"/>
          </ac:picMkLst>
        </pc:picChg>
        <pc:picChg chg="add mod">
          <ac:chgData name="Jananisri Dhanasekar" userId="0225c961dab4276b" providerId="LiveId" clId="{6AEAC8CA-FEC9-4DA1-98EF-BA39CA208EC0}" dt="2026-10-28T13:49:32.359" v="6790" actId="1076"/>
          <ac:picMkLst>
            <pc:docMk/>
            <pc:sldMk cId="2920003019" sldId="276"/>
            <ac:picMk id="25" creationId="{C32798AD-8FE0-AC0A-1018-B5EEFC13B67D}"/>
          </ac:picMkLst>
        </pc:picChg>
      </pc:sldChg>
      <pc:sldChg chg="addSp delSp modSp new mod">
        <pc:chgData name="Jananisri Dhanasekar" userId="0225c961dab4276b" providerId="LiveId" clId="{6AEAC8CA-FEC9-4DA1-98EF-BA39CA208EC0}" dt="2026-10-28T15:18:39.215" v="8523"/>
        <pc:sldMkLst>
          <pc:docMk/>
          <pc:sldMk cId="2676101904" sldId="277"/>
        </pc:sldMkLst>
        <pc:spChg chg="mod">
          <ac:chgData name="Jananisri Dhanasekar" userId="0225c961dab4276b" providerId="LiveId" clId="{6AEAC8CA-FEC9-4DA1-98EF-BA39CA208EC0}" dt="2026-10-28T15:18:39.215" v="8523"/>
          <ac:spMkLst>
            <pc:docMk/>
            <pc:sldMk cId="2676101904" sldId="277"/>
            <ac:spMk id="2" creationId="{CEBAB562-2889-BFE8-E6B8-9CDB3020A093}"/>
          </ac:spMkLst>
        </pc:spChg>
        <pc:picChg chg="add mod">
          <ac:chgData name="Jananisri Dhanasekar" userId="0225c961dab4276b" providerId="LiveId" clId="{6AEAC8CA-FEC9-4DA1-98EF-BA39CA208EC0}" dt="2026-10-26T23:45:48.975" v="3782" actId="14100"/>
          <ac:picMkLst>
            <pc:docMk/>
            <pc:sldMk cId="2676101904" sldId="277"/>
            <ac:picMk id="5" creationId="{47FFCA1A-3688-39CF-CFA1-04A372E9504D}"/>
          </ac:picMkLst>
        </pc:picChg>
      </pc:sldChg>
      <pc:sldChg chg="addSp modSp new mod">
        <pc:chgData name="Jananisri Dhanasekar" userId="0225c961dab4276b" providerId="LiveId" clId="{6AEAC8CA-FEC9-4DA1-98EF-BA39CA208EC0}" dt="2026-10-28T14:43:20.216" v="8221" actId="207"/>
        <pc:sldMkLst>
          <pc:docMk/>
          <pc:sldMk cId="4209088124" sldId="278"/>
        </pc:sldMkLst>
        <pc:spChg chg="add mod">
          <ac:chgData name="Jananisri Dhanasekar" userId="0225c961dab4276b" providerId="LiveId" clId="{6AEAC8CA-FEC9-4DA1-98EF-BA39CA208EC0}" dt="2026-10-27T00:06:50.073" v="4889" actId="5793"/>
          <ac:spMkLst>
            <pc:docMk/>
            <pc:sldMk cId="4209088124" sldId="278"/>
            <ac:spMk id="2" creationId="{DC5A6634-72D7-A15D-9739-B07C2BB891E6}"/>
          </ac:spMkLst>
        </pc:spChg>
        <pc:spChg chg="add mod">
          <ac:chgData name="Jananisri Dhanasekar" userId="0225c961dab4276b" providerId="LiveId" clId="{6AEAC8CA-FEC9-4DA1-98EF-BA39CA208EC0}" dt="2026-10-28T14:43:20.216" v="8221" actId="207"/>
          <ac:spMkLst>
            <pc:docMk/>
            <pc:sldMk cId="4209088124" sldId="278"/>
            <ac:spMk id="3" creationId="{93B22393-B2C2-5ECC-4107-698DF1E6F2C1}"/>
          </ac:spMkLst>
        </pc:spChg>
      </pc:sldChg>
      <pc:sldChg chg="new del">
        <pc:chgData name="Jananisri Dhanasekar" userId="0225c961dab4276b" providerId="LiveId" clId="{6AEAC8CA-FEC9-4DA1-98EF-BA39CA208EC0}" dt="2026-10-27T00:06:29.730" v="4879" actId="680"/>
        <pc:sldMkLst>
          <pc:docMk/>
          <pc:sldMk cId="2185522316" sldId="279"/>
        </pc:sldMkLst>
      </pc:sldChg>
      <pc:sldChg chg="addSp modSp new mod">
        <pc:chgData name="Jananisri Dhanasekar" userId="0225c961dab4276b" providerId="LiveId" clId="{6AEAC8CA-FEC9-4DA1-98EF-BA39CA208EC0}" dt="2026-10-28T15:18:39.465" v="8526" actId="27636"/>
        <pc:sldMkLst>
          <pc:docMk/>
          <pc:sldMk cId="3110963639" sldId="279"/>
        </pc:sldMkLst>
        <pc:spChg chg="mod">
          <ac:chgData name="Jananisri Dhanasekar" userId="0225c961dab4276b" providerId="LiveId" clId="{6AEAC8CA-FEC9-4DA1-98EF-BA39CA208EC0}" dt="2026-10-28T15:18:39.465" v="8526" actId="27636"/>
          <ac:spMkLst>
            <pc:docMk/>
            <pc:sldMk cId="3110963639" sldId="279"/>
            <ac:spMk id="2" creationId="{FC846D81-E462-6CCC-269F-33C4B4171CD9}"/>
          </ac:spMkLst>
        </pc:spChg>
        <pc:spChg chg="add mod">
          <ac:chgData name="Jananisri Dhanasekar" userId="0225c961dab4276b" providerId="LiveId" clId="{6AEAC8CA-FEC9-4DA1-98EF-BA39CA208EC0}" dt="2026-10-28T14:38:48.571" v="8203" actId="20577"/>
          <ac:spMkLst>
            <pc:docMk/>
            <pc:sldMk cId="3110963639" sldId="279"/>
            <ac:spMk id="3" creationId="{0927F81F-E5C8-1115-1B09-0832F99A6CD7}"/>
          </ac:spMkLst>
        </pc:spChg>
      </pc:sldChg>
      <pc:sldChg chg="new del">
        <pc:chgData name="Jananisri Dhanasekar" userId="0225c961dab4276b" providerId="LiveId" clId="{6AEAC8CA-FEC9-4DA1-98EF-BA39CA208EC0}" dt="2026-10-27T01:29:41.211" v="5015" actId="2696"/>
        <pc:sldMkLst>
          <pc:docMk/>
          <pc:sldMk cId="708603462" sldId="280"/>
        </pc:sldMkLst>
      </pc:sldChg>
      <pc:sldChg chg="addSp modSp new mod">
        <pc:chgData name="Jananisri Dhanasekar" userId="0225c961dab4276b" providerId="LiveId" clId="{6AEAC8CA-FEC9-4DA1-98EF-BA39CA208EC0}" dt="2026-10-28T14:42:03.275" v="8215" actId="403"/>
        <pc:sldMkLst>
          <pc:docMk/>
          <pc:sldMk cId="2522359009" sldId="280"/>
        </pc:sldMkLst>
        <pc:spChg chg="add mod">
          <ac:chgData name="Jananisri Dhanasekar" userId="0225c961dab4276b" providerId="LiveId" clId="{6AEAC8CA-FEC9-4DA1-98EF-BA39CA208EC0}" dt="2026-10-27T01:36:07.498" v="5250" actId="12"/>
          <ac:spMkLst>
            <pc:docMk/>
            <pc:sldMk cId="2522359009" sldId="280"/>
            <ac:spMk id="4" creationId="{648C0ED2-DD71-DC0D-2989-AA33907DCB33}"/>
          </ac:spMkLst>
        </pc:spChg>
        <pc:spChg chg="add mod">
          <ac:chgData name="Jananisri Dhanasekar" userId="0225c961dab4276b" providerId="LiveId" clId="{6AEAC8CA-FEC9-4DA1-98EF-BA39CA208EC0}" dt="2026-10-28T14:42:03.275" v="8215" actId="403"/>
          <ac:spMkLst>
            <pc:docMk/>
            <pc:sldMk cId="2522359009" sldId="280"/>
            <ac:spMk id="5" creationId="{3942905D-669F-D56B-32D1-D687B15F8AAD}"/>
          </ac:spMkLst>
        </pc:spChg>
        <pc:picChg chg="add mod">
          <ac:chgData name="Jananisri Dhanasekar" userId="0225c961dab4276b" providerId="LiveId" clId="{6AEAC8CA-FEC9-4DA1-98EF-BA39CA208EC0}" dt="2026-10-27T01:37:23.518" v="5252" actId="1076"/>
          <ac:picMkLst>
            <pc:docMk/>
            <pc:sldMk cId="2522359009" sldId="280"/>
            <ac:picMk id="3" creationId="{068D26F5-6E58-0763-66A7-707E353AD1D9}"/>
          </ac:picMkLst>
        </pc:picChg>
      </pc:sldChg>
      <pc:sldChg chg="addSp delSp modSp new mod">
        <pc:chgData name="Jananisri Dhanasekar" userId="0225c961dab4276b" providerId="LiveId" clId="{6AEAC8CA-FEC9-4DA1-98EF-BA39CA208EC0}" dt="2026-10-28T14:41:44.899" v="8213" actId="2711"/>
        <pc:sldMkLst>
          <pc:docMk/>
          <pc:sldMk cId="1405119363" sldId="281"/>
        </pc:sldMkLst>
        <pc:spChg chg="add del mod">
          <ac:chgData name="Jananisri Dhanasekar" userId="0225c961dab4276b" providerId="LiveId" clId="{6AEAC8CA-FEC9-4DA1-98EF-BA39CA208EC0}" dt="2026-10-27T01:53:50.948" v="5308"/>
          <ac:spMkLst>
            <pc:docMk/>
            <pc:sldMk cId="1405119363" sldId="281"/>
            <ac:spMk id="6" creationId="{24702AFD-8C8D-7EFF-4C4E-E34001DCF428}"/>
          </ac:spMkLst>
        </pc:spChg>
        <pc:spChg chg="add del mod">
          <ac:chgData name="Jananisri Dhanasekar" userId="0225c961dab4276b" providerId="LiveId" clId="{6AEAC8CA-FEC9-4DA1-98EF-BA39CA208EC0}" dt="2026-10-27T03:45:52.494" v="5316"/>
          <ac:spMkLst>
            <pc:docMk/>
            <pc:sldMk cId="1405119363" sldId="281"/>
            <ac:spMk id="9" creationId="{5752ADCA-A956-944E-1B2B-CEC74093816D}"/>
          </ac:spMkLst>
        </pc:spChg>
        <pc:spChg chg="add mod">
          <ac:chgData name="Jananisri Dhanasekar" userId="0225c961dab4276b" providerId="LiveId" clId="{6AEAC8CA-FEC9-4DA1-98EF-BA39CA208EC0}" dt="2026-10-28T14:41:44.899" v="8213" actId="2711"/>
          <ac:spMkLst>
            <pc:docMk/>
            <pc:sldMk cId="1405119363" sldId="281"/>
            <ac:spMk id="14" creationId="{ACC0F308-C20A-3CA3-E52C-E0971353EC4A}"/>
          </ac:spMkLst>
        </pc:spChg>
        <pc:graphicFrameChg chg="add mod">
          <ac:chgData name="Jananisri Dhanasekar" userId="0225c961dab4276b" providerId="LiveId" clId="{6AEAC8CA-FEC9-4DA1-98EF-BA39CA208EC0}" dt="2026-10-27T03:49:49.994" v="5352" actId="14100"/>
          <ac:graphicFrameMkLst>
            <pc:docMk/>
            <pc:sldMk cId="1405119363" sldId="281"/>
            <ac:graphicFrameMk id="4" creationId="{B526E838-9172-CF90-FF2D-BED7543CC25C}"/>
          </ac:graphicFrameMkLst>
        </pc:graphicFrameChg>
        <pc:graphicFrameChg chg="add mod">
          <ac:chgData name="Jananisri Dhanasekar" userId="0225c961dab4276b" providerId="LiveId" clId="{6AEAC8CA-FEC9-4DA1-98EF-BA39CA208EC0}" dt="2026-10-27T01:50:15.081" v="5298"/>
          <ac:graphicFrameMkLst>
            <pc:docMk/>
            <pc:sldMk cId="1405119363" sldId="281"/>
            <ac:graphicFrameMk id="5" creationId="{77069C00-A139-E485-6CC3-89E9A3CA4D1A}"/>
          </ac:graphicFrameMkLst>
        </pc:graphicFrameChg>
        <pc:picChg chg="add mod">
          <ac:chgData name="Jananisri Dhanasekar" userId="0225c961dab4276b" providerId="LiveId" clId="{6AEAC8CA-FEC9-4DA1-98EF-BA39CA208EC0}" dt="2026-10-27T03:49:42.131" v="5351" actId="14100"/>
          <ac:picMkLst>
            <pc:docMk/>
            <pc:sldMk cId="1405119363" sldId="281"/>
            <ac:picMk id="3" creationId="{9EE58D54-C363-6632-F882-A299ECD669DB}"/>
          </ac:picMkLst>
        </pc:picChg>
        <pc:picChg chg="add mod">
          <ac:chgData name="Jananisri Dhanasekar" userId="0225c961dab4276b" providerId="LiveId" clId="{6AEAC8CA-FEC9-4DA1-98EF-BA39CA208EC0}" dt="2026-10-27T03:49:28.772" v="5349" actId="14100"/>
          <ac:picMkLst>
            <pc:docMk/>
            <pc:sldMk cId="1405119363" sldId="281"/>
            <ac:picMk id="8" creationId="{08CDB947-7AEC-5B9F-A3B9-C6717766EDE8}"/>
          </ac:picMkLst>
        </pc:picChg>
        <pc:picChg chg="add mod">
          <ac:chgData name="Jananisri Dhanasekar" userId="0225c961dab4276b" providerId="LiveId" clId="{6AEAC8CA-FEC9-4DA1-98EF-BA39CA208EC0}" dt="2026-10-27T03:49:21.920" v="5348" actId="14100"/>
          <ac:picMkLst>
            <pc:docMk/>
            <pc:sldMk cId="1405119363" sldId="281"/>
            <ac:picMk id="11" creationId="{1A7083F7-7960-ED2D-DE4A-688D2E1679DB}"/>
          </ac:picMkLst>
        </pc:picChg>
        <pc:picChg chg="add mod">
          <ac:chgData name="Jananisri Dhanasekar" userId="0225c961dab4276b" providerId="LiveId" clId="{6AEAC8CA-FEC9-4DA1-98EF-BA39CA208EC0}" dt="2026-10-27T03:49:35.443" v="5350" actId="14100"/>
          <ac:picMkLst>
            <pc:docMk/>
            <pc:sldMk cId="1405119363" sldId="281"/>
            <ac:picMk id="13" creationId="{EF9C3128-010A-63C5-E533-3B3FB7081730}"/>
          </ac:picMkLst>
        </pc:picChg>
      </pc:sldChg>
      <pc:sldChg chg="addSp modSp new mod">
        <pc:chgData name="Jananisri Dhanasekar" userId="0225c961dab4276b" providerId="LiveId" clId="{6AEAC8CA-FEC9-4DA1-98EF-BA39CA208EC0}" dt="2026-10-28T15:11:02.385" v="8448" actId="5793"/>
        <pc:sldMkLst>
          <pc:docMk/>
          <pc:sldMk cId="1438252393" sldId="282"/>
        </pc:sldMkLst>
        <pc:spChg chg="mod">
          <ac:chgData name="Jananisri Dhanasekar" userId="0225c961dab4276b" providerId="LiveId" clId="{6AEAC8CA-FEC9-4DA1-98EF-BA39CA208EC0}" dt="2026-10-28T14:41:29.046" v="8212" actId="2711"/>
          <ac:spMkLst>
            <pc:docMk/>
            <pc:sldMk cId="1438252393" sldId="282"/>
            <ac:spMk id="2" creationId="{10C258EC-B8DF-C2F8-29CB-3944794A6305}"/>
          </ac:spMkLst>
        </pc:spChg>
        <pc:spChg chg="add mod">
          <ac:chgData name="Jananisri Dhanasekar" userId="0225c961dab4276b" providerId="LiveId" clId="{6AEAC8CA-FEC9-4DA1-98EF-BA39CA208EC0}" dt="2026-10-28T15:11:02.385" v="8448" actId="5793"/>
          <ac:spMkLst>
            <pc:docMk/>
            <pc:sldMk cId="1438252393" sldId="282"/>
            <ac:spMk id="3" creationId="{CD41A19B-FA36-C3E1-ED40-2316931729FD}"/>
          </ac:spMkLst>
        </pc:spChg>
      </pc:sldChg>
      <pc:sldChg chg="addSp delSp modSp new mod">
        <pc:chgData name="Jananisri Dhanasekar" userId="0225c961dab4276b" providerId="LiveId" clId="{6AEAC8CA-FEC9-4DA1-98EF-BA39CA208EC0}" dt="2026-10-28T14:40:41.926" v="8207" actId="2711"/>
        <pc:sldMkLst>
          <pc:docMk/>
          <pc:sldMk cId="3575634956" sldId="283"/>
        </pc:sldMkLst>
        <pc:spChg chg="add del mod">
          <ac:chgData name="Jananisri Dhanasekar" userId="0225c961dab4276b" providerId="LiveId" clId="{6AEAC8CA-FEC9-4DA1-98EF-BA39CA208EC0}" dt="2026-10-28T13:55:01.788" v="6825"/>
          <ac:spMkLst>
            <pc:docMk/>
            <pc:sldMk cId="3575634956" sldId="283"/>
            <ac:spMk id="2" creationId="{C1BFED8E-574A-3146-2073-69DE1F47F30B}"/>
          </ac:spMkLst>
        </pc:spChg>
        <pc:spChg chg="add mod">
          <ac:chgData name="Jananisri Dhanasekar" userId="0225c961dab4276b" providerId="LiveId" clId="{6AEAC8CA-FEC9-4DA1-98EF-BA39CA208EC0}" dt="2026-10-28T14:40:41.926" v="8207" actId="2711"/>
          <ac:spMkLst>
            <pc:docMk/>
            <pc:sldMk cId="3575634956" sldId="283"/>
            <ac:spMk id="3" creationId="{9834EACC-7D28-F958-DB7D-954A8585BC75}"/>
          </ac:spMkLst>
        </pc:spChg>
        <pc:spChg chg="add del mod">
          <ac:chgData name="Jananisri Dhanasekar" userId="0225c961dab4276b" providerId="LiveId" clId="{6AEAC8CA-FEC9-4DA1-98EF-BA39CA208EC0}" dt="2026-10-28T13:56:55.169" v="6902"/>
          <ac:spMkLst>
            <pc:docMk/>
            <pc:sldMk cId="3575634956" sldId="283"/>
            <ac:spMk id="4" creationId="{5E06B283-A379-07BC-FC77-14DAF6AA38B1}"/>
          </ac:spMkLst>
        </pc:spChg>
        <pc:spChg chg="add mod">
          <ac:chgData name="Jananisri Dhanasekar" userId="0225c961dab4276b" providerId="LiveId" clId="{6AEAC8CA-FEC9-4DA1-98EF-BA39CA208EC0}" dt="2026-10-28T14:22:55.613" v="7040" actId="1076"/>
          <ac:spMkLst>
            <pc:docMk/>
            <pc:sldMk cId="3575634956" sldId="283"/>
            <ac:spMk id="7" creationId="{7BA89CCB-C984-6125-9603-AC4B072772E9}"/>
          </ac:spMkLst>
        </pc:spChg>
        <pc:spChg chg="add del mod">
          <ac:chgData name="Jananisri Dhanasekar" userId="0225c961dab4276b" providerId="LiveId" clId="{6AEAC8CA-FEC9-4DA1-98EF-BA39CA208EC0}" dt="2026-10-28T14:19:38.127" v="6957" actId="21"/>
          <ac:spMkLst>
            <pc:docMk/>
            <pc:sldMk cId="3575634956" sldId="283"/>
            <ac:spMk id="8" creationId="{5F4E5C21-E2F0-16ED-557C-6E1BBF691DE2}"/>
          </ac:spMkLst>
        </pc:spChg>
        <pc:spChg chg="add mod">
          <ac:chgData name="Jananisri Dhanasekar" userId="0225c961dab4276b" providerId="LiveId" clId="{6AEAC8CA-FEC9-4DA1-98EF-BA39CA208EC0}" dt="2026-10-28T14:22:18.594" v="7009" actId="404"/>
          <ac:spMkLst>
            <pc:docMk/>
            <pc:sldMk cId="3575634956" sldId="283"/>
            <ac:spMk id="9" creationId="{787B0FCB-34CD-3574-973B-441D35257EBC}"/>
          </ac:spMkLst>
        </pc:spChg>
        <pc:picChg chg="add mod">
          <ac:chgData name="Jananisri Dhanasekar" userId="0225c961dab4276b" providerId="LiveId" clId="{6AEAC8CA-FEC9-4DA1-98EF-BA39CA208EC0}" dt="2026-10-28T14:22:59.571" v="7041" actId="1076"/>
          <ac:picMkLst>
            <pc:docMk/>
            <pc:sldMk cId="3575634956" sldId="283"/>
            <ac:picMk id="6" creationId="{BF8DCDA2-293C-686D-D19E-453C5260B303}"/>
          </ac:picMkLst>
        </pc:picChg>
      </pc:sldChg>
      <pc:sldChg chg="addSp delSp modSp new mod">
        <pc:chgData name="Jananisri Dhanasekar" userId="0225c961dab4276b" providerId="LiveId" clId="{6AEAC8CA-FEC9-4DA1-98EF-BA39CA208EC0}" dt="2026-10-28T14:41:07.091" v="8211" actId="404"/>
        <pc:sldMkLst>
          <pc:docMk/>
          <pc:sldMk cId="3607886796" sldId="284"/>
        </pc:sldMkLst>
        <pc:spChg chg="add mod">
          <ac:chgData name="Jananisri Dhanasekar" userId="0225c961dab4276b" providerId="LiveId" clId="{6AEAC8CA-FEC9-4DA1-98EF-BA39CA208EC0}" dt="2026-10-28T14:41:07.091" v="8211" actId="404"/>
          <ac:spMkLst>
            <pc:docMk/>
            <pc:sldMk cId="3607886796" sldId="284"/>
            <ac:spMk id="2" creationId="{EFF2544C-FAF7-9771-B527-C78B88FEC766}"/>
          </ac:spMkLst>
        </pc:spChg>
        <pc:spChg chg="add del mod">
          <ac:chgData name="Jananisri Dhanasekar" userId="0225c961dab4276b" providerId="LiveId" clId="{6AEAC8CA-FEC9-4DA1-98EF-BA39CA208EC0}" dt="2026-10-28T14:33:06.339" v="8014"/>
          <ac:spMkLst>
            <pc:docMk/>
            <pc:sldMk cId="3607886796" sldId="284"/>
            <ac:spMk id="3" creationId="{7DD8FE6B-01F3-8374-A0F7-325D8BD0AA67}"/>
          </ac:spMkLst>
        </pc:spChg>
        <pc:spChg chg="add del">
          <ac:chgData name="Jananisri Dhanasekar" userId="0225c961dab4276b" providerId="LiveId" clId="{6AEAC8CA-FEC9-4DA1-98EF-BA39CA208EC0}" dt="2026-10-28T14:33:52.826" v="8023" actId="21"/>
          <ac:spMkLst>
            <pc:docMk/>
            <pc:sldMk cId="3607886796" sldId="284"/>
            <ac:spMk id="6" creationId="{73BB9448-75C4-A3CA-7625-D45A734B2F62}"/>
          </ac:spMkLst>
        </pc:spChg>
        <pc:graphicFrameChg chg="add mod modGraphic">
          <ac:chgData name="Jananisri Dhanasekar" userId="0225c961dab4276b" providerId="LiveId" clId="{6AEAC8CA-FEC9-4DA1-98EF-BA39CA208EC0}" dt="2026-10-28T14:34:05.486" v="8024" actId="14100"/>
          <ac:graphicFrameMkLst>
            <pc:docMk/>
            <pc:sldMk cId="3607886796" sldId="284"/>
            <ac:graphicFrameMk id="4" creationId="{CE228988-B529-F6A4-DA0F-B5F7AF89CCC5}"/>
          </ac:graphicFrameMkLst>
        </pc:graphicFrameChg>
      </pc:sldChg>
      <pc:sldChg chg="addSp delSp modSp new mod">
        <pc:chgData name="Jananisri Dhanasekar" userId="0225c961dab4276b" providerId="LiveId" clId="{6AEAC8CA-FEC9-4DA1-98EF-BA39CA208EC0}" dt="2026-10-28T15:19:48.590" v="8530" actId="21"/>
        <pc:sldMkLst>
          <pc:docMk/>
          <pc:sldMk cId="324662521" sldId="285"/>
        </pc:sldMkLst>
        <pc:spChg chg="mod">
          <ac:chgData name="Jananisri Dhanasekar" userId="0225c961dab4276b" providerId="LiveId" clId="{6AEAC8CA-FEC9-4DA1-98EF-BA39CA208EC0}" dt="2026-10-28T15:19:09.394" v="8528" actId="14100"/>
          <ac:spMkLst>
            <pc:docMk/>
            <pc:sldMk cId="324662521" sldId="285"/>
            <ac:spMk id="2" creationId="{39965904-43DF-BFAB-9D65-74592E67B25E}"/>
          </ac:spMkLst>
        </pc:spChg>
        <pc:spChg chg="add del">
          <ac:chgData name="Jananisri Dhanasekar" userId="0225c961dab4276b" providerId="LiveId" clId="{6AEAC8CA-FEC9-4DA1-98EF-BA39CA208EC0}" dt="2026-10-28T15:19:48.590" v="8530" actId="21"/>
          <ac:spMkLst>
            <pc:docMk/>
            <pc:sldMk cId="324662521" sldId="285"/>
            <ac:spMk id="3" creationId="{FD8177F4-6DAD-73F4-DE8F-80F868DCA8B1}"/>
          </ac:spMkLst>
        </pc:spChg>
      </pc:sldChg>
      <pc:sldMasterChg chg="modSldLayout">
        <pc:chgData name="Jananisri Dhanasekar" userId="0225c961dab4276b" providerId="LiveId" clId="{6AEAC8CA-FEC9-4DA1-98EF-BA39CA208EC0}" dt="2026-10-28T13:53:35.906" v="6803"/>
        <pc:sldMasterMkLst>
          <pc:docMk/>
          <pc:sldMasterMk cId="3387155494" sldId="2147483778"/>
        </pc:sldMasterMkLst>
        <pc:sldLayoutChg chg="delSp">
          <pc:chgData name="Jananisri Dhanasekar" userId="0225c961dab4276b" providerId="LiveId" clId="{6AEAC8CA-FEC9-4DA1-98EF-BA39CA208EC0}" dt="2026-10-28T13:53:35.906" v="6803"/>
          <pc:sldLayoutMkLst>
            <pc:docMk/>
            <pc:sldMasterMk cId="3387155494" sldId="2147483778"/>
            <pc:sldLayoutMk cId="3146475855" sldId="2147483808"/>
          </pc:sldLayoutMkLst>
          <pc:cxnChg chg="del">
            <ac:chgData name="Jananisri Dhanasekar" userId="0225c961dab4276b" providerId="LiveId" clId="{6AEAC8CA-FEC9-4DA1-98EF-BA39CA208EC0}" dt="2026-10-28T13:53:35.906" v="6803"/>
            <ac:cxnSpMkLst>
              <pc:docMk/>
              <pc:sldMasterMk cId="3387155494" sldId="2147483778"/>
              <pc:sldLayoutMk cId="3146475855" sldId="2147483808"/>
              <ac:cxnSpMk id="17" creationId="{00000000-0000-0000-0000-000000000000}"/>
            </ac:cxnSpMkLst>
          </pc:cxnChg>
          <pc:cxnChg chg="del">
            <ac:chgData name="Jananisri Dhanasekar" userId="0225c961dab4276b" providerId="LiveId" clId="{6AEAC8CA-FEC9-4DA1-98EF-BA39CA208EC0}" dt="2026-10-28T13:53:35.906" v="6803"/>
            <ac:cxnSpMkLst>
              <pc:docMk/>
              <pc:sldMasterMk cId="3387155494" sldId="2147483778"/>
              <pc:sldLayoutMk cId="3146475855" sldId="2147483808"/>
              <ac:cxnSpMk id="18" creationId="{00000000-0000-0000-0000-000000000000}"/>
            </ac:cxnSpMkLst>
          </pc:cxnChg>
        </pc:sldLayoutChg>
      </pc:sldMasterChg>
      <pc:sldMasterChg chg="setBg modSldLayout">
        <pc:chgData name="Jananisri Dhanasekar" userId="0225c961dab4276b" providerId="LiveId" clId="{6AEAC8CA-FEC9-4DA1-98EF-BA39CA208EC0}" dt="2026-10-28T15:14:31.510" v="8500"/>
        <pc:sldMasterMkLst>
          <pc:docMk/>
          <pc:sldMasterMk cId="3832839535" sldId="2147483900"/>
        </pc:sldMasterMkLst>
        <pc:sldLayoutChg chg="delSp">
          <pc:chgData name="Jananisri Dhanasekar" userId="0225c961dab4276b" providerId="LiveId" clId="{6AEAC8CA-FEC9-4DA1-98EF-BA39CA208EC0}" dt="2026-10-28T13:54:30.568" v="6818"/>
          <pc:sldLayoutMkLst>
            <pc:docMk/>
            <pc:sldMasterMk cId="3832839535" sldId="2147483900"/>
            <pc:sldLayoutMk cId="2113674065" sldId="2147483918"/>
          </pc:sldLayoutMkLst>
          <pc:spChg chg="del">
            <ac:chgData name="Jananisri Dhanasekar" userId="0225c961dab4276b" providerId="LiveId" clId="{6AEAC8CA-FEC9-4DA1-98EF-BA39CA208EC0}" dt="2026-10-28T13:54:30.568" v="6818"/>
            <ac:spMkLst>
              <pc:docMk/>
              <pc:sldMasterMk cId="3832839535" sldId="2147483900"/>
              <pc:sldLayoutMk cId="2113674065" sldId="2147483918"/>
              <ac:spMk id="11" creationId="{6D514160-DA6E-9655-9294-6538F297B73D}"/>
            </ac:spMkLst>
          </pc:spChg>
          <pc:spChg chg="del">
            <ac:chgData name="Jananisri Dhanasekar" userId="0225c961dab4276b" providerId="LiveId" clId="{6AEAC8CA-FEC9-4DA1-98EF-BA39CA208EC0}" dt="2026-10-28T13:54:30.568" v="6818"/>
            <ac:spMkLst>
              <pc:docMk/>
              <pc:sldMasterMk cId="3832839535" sldId="2147483900"/>
              <pc:sldLayoutMk cId="2113674065" sldId="2147483918"/>
              <ac:spMk id="12" creationId="{B2EC29EB-3E43-F1FF-EB6B-9F5C908FFCC8}"/>
            </ac:spMkLst>
          </pc:spChg>
        </pc:sldLayoutChg>
      </pc:sldMasterChg>
      <pc:sldMasterChg chg="modSldLayout">
        <pc:chgData name="Jananisri Dhanasekar" userId="0225c961dab4276b" providerId="LiveId" clId="{6AEAC8CA-FEC9-4DA1-98EF-BA39CA208EC0}" dt="2026-10-28T15:18:30.708" v="8510"/>
        <pc:sldMasterMkLst>
          <pc:docMk/>
          <pc:sldMasterMk cId="2541930547" sldId="2147483920"/>
        </pc:sldMasterMkLst>
        <pc:sldLayoutChg chg="delSp">
          <pc:chgData name="Jananisri Dhanasekar" userId="0225c961dab4276b" providerId="LiveId" clId="{6AEAC8CA-FEC9-4DA1-98EF-BA39CA208EC0}" dt="2026-10-28T15:18:30.708" v="8510"/>
          <pc:sldLayoutMkLst>
            <pc:docMk/>
            <pc:sldMasterMk cId="2541930547" sldId="2147483920"/>
            <pc:sldLayoutMk cId="3183627409" sldId="2147483949"/>
          </pc:sldLayoutMkLst>
          <pc:cxnChg chg="del">
            <ac:chgData name="Jananisri Dhanasekar" userId="0225c961dab4276b" providerId="LiveId" clId="{6AEAC8CA-FEC9-4DA1-98EF-BA39CA208EC0}" dt="2026-10-28T15:18:30.708" v="8510"/>
            <ac:cxnSpMkLst>
              <pc:docMk/>
              <pc:sldMasterMk cId="2541930547" sldId="2147483920"/>
              <pc:sldLayoutMk cId="3183627409" sldId="2147483949"/>
              <ac:cxnSpMk id="17" creationId="{00000000-0000-0000-0000-000000000000}"/>
            </ac:cxnSpMkLst>
          </pc:cxnChg>
          <pc:cxnChg chg="del">
            <ac:chgData name="Jananisri Dhanasekar" userId="0225c961dab4276b" providerId="LiveId" clId="{6AEAC8CA-FEC9-4DA1-98EF-BA39CA208EC0}" dt="2026-10-28T15:18:30.708" v="8510"/>
            <ac:cxnSpMkLst>
              <pc:docMk/>
              <pc:sldMasterMk cId="2541930547" sldId="2147483920"/>
              <pc:sldLayoutMk cId="3183627409" sldId="2147483949"/>
              <ac:cxnSpMk id="18" creationId="{00000000-0000-0000-0000-000000000000}"/>
            </ac:cxnSpMkLst>
          </pc:cxnChg>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JANANISRI%20DHANASEKAR\Downloads\Bike%20Sharing%20DATA%20Analysis.2.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JANANISRI%20DHANASEKAR\Downloads\Bike%20Sharing%20DATA%20Analysis.2.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JANANISRI%20DHANASEKAR\Downloads\Bike%20Sharing%20DATA%20Analysis.2.xlsx" TargetMode="External"/><Relationship Id="rId2" Type="http://schemas.microsoft.com/office/2011/relationships/chartColorStyle" Target="colors4.xml"/><Relationship Id="rId1" Type="http://schemas.microsoft.com/office/2011/relationships/chartStyle" Target="style4.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0225c961dab4276b/Desktop/BIKE%20SHARING%20DEMAND%20ANALYSIS.xlsx" TargetMode="External"/><Relationship Id="rId2" Type="http://schemas.microsoft.com/office/2011/relationships/chartColorStyle" Target="colors8.xml"/><Relationship Id="rId1" Type="http://schemas.microsoft.com/office/2011/relationships/chartStyle" Target="style8.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0225c961dab4276b/Desktop/BIKE%20SHARING%20DEMAND%20ANALYSIS.xlsx" TargetMode="External"/><Relationship Id="rId2" Type="http://schemas.microsoft.com/office/2011/relationships/chartColorStyle" Target="colors9.xml"/><Relationship Id="rId1" Type="http://schemas.microsoft.com/office/2011/relationships/chartStyle" Target="style9.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0225c961dab4276b/Desktop/BIKE%20SHARING%20DEMAND%20ANALYSIS.xlsx" TargetMode="External"/><Relationship Id="rId2" Type="http://schemas.microsoft.com/office/2011/relationships/chartColorStyle" Target="colors10.xml"/><Relationship Id="rId1" Type="http://schemas.microsoft.com/office/2011/relationships/chartStyle" Target="style10.xml"/></Relationships>
</file>

<file path=ppt/charts/_rels/chart7.xml.rels><?xml version="1.0" encoding="UTF-8" standalone="yes"?>
<Relationships xmlns="http://schemas.openxmlformats.org/package/2006/relationships"><Relationship Id="rId3" Type="http://schemas.openxmlformats.org/officeDocument/2006/relationships/oleObject" Target="https://d.docs.live.net/0225C961DAB4276B/Desktop/BIKE%20SHARING%20DEMAND%20ANALYSIS.xlsm" TargetMode="External"/><Relationship Id="rId2" Type="http://schemas.microsoft.com/office/2011/relationships/chartColorStyle" Target="colors11.xml"/><Relationship Id="rId1" Type="http://schemas.microsoft.com/office/2011/relationships/chartStyle" Target="style11.xml"/></Relationships>
</file>

<file path=ppt/charts/_rels/chartEx1.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oleObject" Target="file:///C:\Users\JANANISRI%20DHANASEKAR\Downloads\Bike%20Sharing%20DATA%20Analysis.2.xlsx" TargetMode="External"/></Relationships>
</file>

<file path=ppt/charts/_rels/chartEx2.xml.rels><?xml version="1.0" encoding="UTF-8" standalone="yes"?>
<Relationships xmlns="http://schemas.openxmlformats.org/package/2006/relationships"><Relationship Id="rId3" Type="http://schemas.microsoft.com/office/2011/relationships/chartColorStyle" Target="colors5.xml"/><Relationship Id="rId2" Type="http://schemas.microsoft.com/office/2011/relationships/chartStyle" Target="style5.xml"/><Relationship Id="rId1" Type="http://schemas.openxmlformats.org/officeDocument/2006/relationships/oleObject" Target="file:///C:\Users\JANANISRI%20DHANASEKAR\Downloads\Bike%20Sharing%20DATA%20Analysis.2.xlsx" TargetMode="External"/></Relationships>
</file>

<file path=ppt/charts/_rels/chartEx3.xml.rels><?xml version="1.0" encoding="UTF-8" standalone="yes"?>
<Relationships xmlns="http://schemas.openxmlformats.org/package/2006/relationships"><Relationship Id="rId3" Type="http://schemas.microsoft.com/office/2011/relationships/chartColorStyle" Target="colors6.xml"/><Relationship Id="rId2" Type="http://schemas.microsoft.com/office/2011/relationships/chartStyle" Target="style6.xml"/><Relationship Id="rId1" Type="http://schemas.openxmlformats.org/officeDocument/2006/relationships/oleObject" Target="file:///C:\Users\JANANISRI%20DHANASEKAR\Downloads\Bike%20Sharing%20DATA%20Analysis.2.xlsx" TargetMode="External"/></Relationships>
</file>

<file path=ppt/charts/_rels/chartEx4.xml.rels><?xml version="1.0" encoding="UTF-8" standalone="yes"?>
<Relationships xmlns="http://schemas.openxmlformats.org/package/2006/relationships"><Relationship Id="rId3" Type="http://schemas.microsoft.com/office/2011/relationships/chartColorStyle" Target="colors7.xml"/><Relationship Id="rId2" Type="http://schemas.microsoft.com/office/2011/relationships/chartStyle" Target="style7.xml"/><Relationship Id="rId1" Type="http://schemas.openxmlformats.org/officeDocument/2006/relationships/oleObject" Target="file:///C:\Users\JANANISRI%20DHANASEKAR\Downloads\Bike%20Sharing%20DATA%20Analysis.2.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[Bike Sharing DATA Analysis.2.xlsx]Sheet1!PivotTable34</c:name>
    <c:fmtId val="5"/>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Sheet1!$N$998</c:f>
              <c:strCache>
                <c:ptCount val="1"/>
                <c:pt idx="0">
                  <c:v>Sum of Casual Customers</c:v>
                </c:pt>
              </c:strCache>
            </c:strRef>
          </c:tx>
          <c:spPr>
            <a:solidFill>
              <a:schemeClr val="accent1"/>
            </a:solidFill>
            <a:ln>
              <a:noFill/>
            </a:ln>
            <a:effectLst/>
          </c:spPr>
          <c:invertIfNegative val="0"/>
          <c:cat>
            <c:strRef>
              <c:f>Sheet1!$M$999:$M$1001</c:f>
              <c:strCache>
                <c:ptCount val="2"/>
                <c:pt idx="0">
                  <c:v>1</c:v>
                </c:pt>
                <c:pt idx="1">
                  <c:v>2</c:v>
                </c:pt>
              </c:strCache>
            </c:strRef>
          </c:cat>
          <c:val>
            <c:numRef>
              <c:f>Sheet1!$N$999:$N$1001</c:f>
              <c:numCache>
                <c:formatCode>General</c:formatCode>
                <c:ptCount val="2"/>
                <c:pt idx="0">
                  <c:v>3073</c:v>
                </c:pt>
                <c:pt idx="1">
                  <c:v>1848</c:v>
                </c:pt>
              </c:numCache>
            </c:numRef>
          </c:val>
          <c:extLst>
            <c:ext xmlns:c16="http://schemas.microsoft.com/office/drawing/2014/chart" uri="{C3380CC4-5D6E-409C-BE32-E72D297353CC}">
              <c16:uniqueId val="{00000000-7E15-4FA0-9171-8FB3B57817CA}"/>
            </c:ext>
          </c:extLst>
        </c:ser>
        <c:ser>
          <c:idx val="1"/>
          <c:order val="1"/>
          <c:tx>
            <c:strRef>
              <c:f>Sheet1!$O$998</c:f>
              <c:strCache>
                <c:ptCount val="1"/>
                <c:pt idx="0">
                  <c:v>Sum of Registered Customers</c:v>
                </c:pt>
              </c:strCache>
            </c:strRef>
          </c:tx>
          <c:spPr>
            <a:solidFill>
              <a:schemeClr val="accent2"/>
            </a:solidFill>
            <a:ln>
              <a:noFill/>
            </a:ln>
            <a:effectLst/>
          </c:spPr>
          <c:invertIfNegative val="0"/>
          <c:cat>
            <c:strRef>
              <c:f>Sheet1!$M$999:$M$1001</c:f>
              <c:strCache>
                <c:ptCount val="2"/>
                <c:pt idx="0">
                  <c:v>1</c:v>
                </c:pt>
                <c:pt idx="1">
                  <c:v>2</c:v>
                </c:pt>
              </c:strCache>
            </c:strRef>
          </c:cat>
          <c:val>
            <c:numRef>
              <c:f>Sheet1!$O$999:$O$1001</c:f>
              <c:numCache>
                <c:formatCode>General</c:formatCode>
                <c:ptCount val="2"/>
                <c:pt idx="0">
                  <c:v>35116</c:v>
                </c:pt>
                <c:pt idx="1">
                  <c:v>18267</c:v>
                </c:pt>
              </c:numCache>
            </c:numRef>
          </c:val>
          <c:extLst>
            <c:ext xmlns:c16="http://schemas.microsoft.com/office/drawing/2014/chart" uri="{C3380CC4-5D6E-409C-BE32-E72D297353CC}">
              <c16:uniqueId val="{00000001-7E15-4FA0-9171-8FB3B57817CA}"/>
            </c:ext>
          </c:extLst>
        </c:ser>
        <c:ser>
          <c:idx val="2"/>
          <c:order val="2"/>
          <c:tx>
            <c:strRef>
              <c:f>Sheet1!$P$998</c:f>
              <c:strCache>
                <c:ptCount val="1"/>
                <c:pt idx="0">
                  <c:v>Sum of Total Count of Customers</c:v>
                </c:pt>
              </c:strCache>
            </c:strRef>
          </c:tx>
          <c:spPr>
            <a:solidFill>
              <a:schemeClr val="accent3"/>
            </a:solidFill>
            <a:ln>
              <a:noFill/>
            </a:ln>
            <a:effectLst/>
          </c:spPr>
          <c:invertIfNegative val="0"/>
          <c:trendline>
            <c:spPr>
              <a:ln w="19050" cap="rnd">
                <a:solidFill>
                  <a:schemeClr val="accent3"/>
                </a:solidFill>
                <a:prstDash val="sysDot"/>
              </a:ln>
              <a:effectLst/>
            </c:spPr>
            <c:trendlineType val="linear"/>
            <c:dispRSqr val="0"/>
            <c:dispEq val="0"/>
          </c:trendline>
          <c:cat>
            <c:strRef>
              <c:f>Sheet1!$M$999:$M$1001</c:f>
              <c:strCache>
                <c:ptCount val="2"/>
                <c:pt idx="0">
                  <c:v>1</c:v>
                </c:pt>
                <c:pt idx="1">
                  <c:v>2</c:v>
                </c:pt>
              </c:strCache>
            </c:strRef>
          </c:cat>
          <c:val>
            <c:numRef>
              <c:f>Sheet1!$P$999:$P$1001</c:f>
              <c:numCache>
                <c:formatCode>General</c:formatCode>
                <c:ptCount val="2"/>
                <c:pt idx="0">
                  <c:v>38189</c:v>
                </c:pt>
                <c:pt idx="1">
                  <c:v>20115</c:v>
                </c:pt>
              </c:numCache>
            </c:numRef>
          </c:val>
          <c:extLst>
            <c:ext xmlns:c16="http://schemas.microsoft.com/office/drawing/2014/chart" uri="{C3380CC4-5D6E-409C-BE32-E72D297353CC}">
              <c16:uniqueId val="{00000002-7E15-4FA0-9171-8FB3B57817CA}"/>
            </c:ext>
          </c:extLst>
        </c:ser>
        <c:dLbls>
          <c:showLegendKey val="0"/>
          <c:showVal val="0"/>
          <c:showCatName val="0"/>
          <c:showSerName val="0"/>
          <c:showPercent val="0"/>
          <c:showBubbleSize val="0"/>
        </c:dLbls>
        <c:gapWidth val="219"/>
        <c:overlap val="-27"/>
        <c:axId val="1312972768"/>
        <c:axId val="1479671184"/>
      </c:barChart>
      <c:catAx>
        <c:axId val="131297276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79671184"/>
        <c:crosses val="autoZero"/>
        <c:auto val="1"/>
        <c:lblAlgn val="ctr"/>
        <c:lblOffset val="100"/>
        <c:noMultiLvlLbl val="0"/>
      </c:catAx>
      <c:valAx>
        <c:axId val="1479671184"/>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12972768"/>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1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[Bike Sharing DATA Analysis.2.xlsx]Pivot Charts!PivotTable3</c:name>
    <c:fmtId val="35"/>
  </c:pivotSource>
  <c:chart>
    <c:autoTitleDeleted val="1"/>
    <c:pivotFmts>
      <c:pivotFmt>
        <c:idx val="0"/>
        <c:dLbl>
          <c:idx val="0"/>
          <c:showLegendKey val="0"/>
          <c:showVal val="1"/>
          <c:showCatName val="0"/>
          <c:showSerName val="0"/>
          <c:showPercent val="0"/>
          <c:showBubbleSize val="0"/>
          <c:extLst>
            <c:ext xmlns:c15="http://schemas.microsoft.com/office/drawing/2012/chart" uri="{CE6537A1-D6FC-4f65-9D91-7224C49458BB}"/>
          </c:extLst>
        </c:dLbl>
      </c:pivotFmt>
      <c:pivotFmt>
        <c:idx val="1"/>
        <c:dLbl>
          <c:idx val="0"/>
          <c:showLegendKey val="0"/>
          <c:showVal val="1"/>
          <c:showCatName val="0"/>
          <c:showSerName val="0"/>
          <c:showPercent val="0"/>
          <c:showBubbleSize val="0"/>
          <c:extLst>
            <c:ext xmlns:c15="http://schemas.microsoft.com/office/drawing/2012/chart" uri="{CE6537A1-D6FC-4f65-9D91-7224C49458BB}"/>
          </c:extLst>
        </c:dLbl>
      </c:pivotFmt>
      <c:pivotFmt>
        <c:idx val="2"/>
        <c:dLbl>
          <c:idx val="0"/>
          <c:showLegendKey val="0"/>
          <c:showVal val="1"/>
          <c:showCatName val="0"/>
          <c:showSerName val="0"/>
          <c:showPercent val="0"/>
          <c:showBubbleSize val="0"/>
          <c:extLst>
            <c:ext xmlns:c15="http://schemas.microsoft.com/office/drawing/2012/chart" uri="{CE6537A1-D6FC-4f65-9D91-7224C49458BB}"/>
          </c:extLst>
        </c:dLbl>
      </c:pivotFmt>
      <c:pivotFmt>
        <c:idx val="3"/>
        <c:dLbl>
          <c:idx val="0"/>
          <c:showLegendKey val="0"/>
          <c:showVal val="1"/>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glow" dir="t">
              <a:rot lat="0" lon="0" rev="6360000"/>
            </a:lightRig>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glow" dir="t">
              <a:rot lat="0" lon="0" rev="6360000"/>
            </a:lightRig>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glow" dir="t">
              <a:rot lat="0" lon="0" rev="6360000"/>
            </a:lightRig>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glow" dir="t">
              <a:rot lat="0" lon="0" rev="6360000"/>
            </a:lightRig>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glow" dir="t">
              <a:rot lat="0" lon="0" rev="6360000"/>
            </a:lightRig>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glow" dir="t">
              <a:rot lat="0" lon="0" rev="6360000"/>
            </a:lightRig>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glow" dir="t">
              <a:rot lat="0" lon="0" rev="6360000"/>
            </a:lightRig>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glow" dir="t">
              <a:rot lat="0" lon="0" rev="6360000"/>
            </a:lightRig>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cene3d>
          <a:camera prst="orthographicFront"/>
          <a:lightRig rig="threePt" dir="t"/>
        </a:scene3d>
        <a:sp3d prstMaterial="metal"/>
      </c:spPr>
    </c:backWall>
    <c:plotArea>
      <c:layout/>
      <c:bar3DChart>
        <c:barDir val="col"/>
        <c:grouping val="clustered"/>
        <c:varyColors val="0"/>
        <c:ser>
          <c:idx val="0"/>
          <c:order val="0"/>
          <c:tx>
            <c:strRef>
              <c:f>'Pivot Charts'!$B$36</c:f>
              <c:strCache>
                <c:ptCount val="1"/>
                <c:pt idx="0">
                  <c:v>Average of Casual Customers</c:v>
                </c:pt>
              </c:strCache>
            </c:strRef>
          </c:tx>
          <c:spPr>
            <a:solidFill>
              <a:schemeClr val="bg2">
                <a:lumMod val="20000"/>
                <a:lumOff val="80000"/>
              </a:schemeClr>
            </a:solidFill>
            <a:ln>
              <a:noFill/>
            </a:ln>
            <a:effectLst>
              <a:outerShdw blurRad="57150" dist="19050" dir="5400000" algn="ctr" rotWithShape="0">
                <a:srgbClr val="000000">
                  <a:alpha val="63000"/>
                </a:srgbClr>
              </a:outerShdw>
            </a:effectLst>
            <a:scene3d>
              <a:camera prst="orthographicFront">
                <a:rot lat="0" lon="0" rev="0"/>
              </a:camera>
              <a:lightRig rig="threePt" dir="tl"/>
            </a:scene3d>
            <a:sp3d/>
          </c:spPr>
          <c:invertIfNegative val="0"/>
          <c:cat>
            <c:strRef>
              <c:f>'Pivot Charts'!$A$37:$A$44</c:f>
              <c:strCache>
                <c:ptCount val="7"/>
                <c:pt idx="0">
                  <c:v>Monday</c:v>
                </c:pt>
                <c:pt idx="1">
                  <c:v>Tuesday</c:v>
                </c:pt>
                <c:pt idx="2">
                  <c:v>Wednesday</c:v>
                </c:pt>
                <c:pt idx="3">
                  <c:v>Thursday</c:v>
                </c:pt>
                <c:pt idx="4">
                  <c:v>Friday</c:v>
                </c:pt>
                <c:pt idx="5">
                  <c:v>Saturday</c:v>
                </c:pt>
                <c:pt idx="6">
                  <c:v>Sunday</c:v>
                </c:pt>
              </c:strCache>
            </c:strRef>
          </c:cat>
          <c:val>
            <c:numRef>
              <c:f>'Pivot Charts'!$B$37:$B$44</c:f>
              <c:numCache>
                <c:formatCode>0.00</c:formatCode>
                <c:ptCount val="7"/>
                <c:pt idx="0">
                  <c:v>3.5838926174496644</c:v>
                </c:pt>
                <c:pt idx="1">
                  <c:v>3.5984251968503935</c:v>
                </c:pt>
                <c:pt idx="2">
                  <c:v>2.6259541984732824</c:v>
                </c:pt>
                <c:pt idx="3">
                  <c:v>2.6560000000000001</c:v>
                </c:pt>
                <c:pt idx="4">
                  <c:v>4</c:v>
                </c:pt>
                <c:pt idx="5">
                  <c:v>7.3795180722891569</c:v>
                </c:pt>
                <c:pt idx="6">
                  <c:v>9.0060975609756095</c:v>
                </c:pt>
              </c:numCache>
            </c:numRef>
          </c:val>
          <c:extLst>
            <c:ext xmlns:c16="http://schemas.microsoft.com/office/drawing/2014/chart" uri="{C3380CC4-5D6E-409C-BE32-E72D297353CC}">
              <c16:uniqueId val="{00000000-60F6-4A8D-B01B-9849C851DBE0}"/>
            </c:ext>
          </c:extLst>
        </c:ser>
        <c:ser>
          <c:idx val="1"/>
          <c:order val="1"/>
          <c:tx>
            <c:strRef>
              <c:f>'Pivot Charts'!$C$36</c:f>
              <c:strCache>
                <c:ptCount val="1"/>
                <c:pt idx="0">
                  <c:v>Average of Registered Customers</c:v>
                </c:pt>
              </c:strCache>
            </c:strRef>
          </c:tx>
          <c:spPr>
            <a:solidFill>
              <a:schemeClr val="bg2"/>
            </a:solidFill>
            <a:ln>
              <a:noFill/>
            </a:ln>
            <a:effectLst>
              <a:outerShdw blurRad="57150" dist="19050" dir="5400000" algn="ctr" rotWithShape="0">
                <a:srgbClr val="000000">
                  <a:alpha val="63000"/>
                </a:srgbClr>
              </a:outerShdw>
            </a:effectLst>
            <a:scene3d>
              <a:camera prst="orthographicFront">
                <a:rot lat="0" lon="0" rev="0"/>
              </a:camera>
              <a:lightRig rig="threePt" dir="tl"/>
            </a:scene3d>
            <a:sp3d/>
          </c:spPr>
          <c:invertIfNegative val="0"/>
          <c:cat>
            <c:strRef>
              <c:f>'Pivot Charts'!$A$37:$A$44</c:f>
              <c:strCache>
                <c:ptCount val="7"/>
                <c:pt idx="0">
                  <c:v>Monday</c:v>
                </c:pt>
                <c:pt idx="1">
                  <c:v>Tuesday</c:v>
                </c:pt>
                <c:pt idx="2">
                  <c:v>Wednesday</c:v>
                </c:pt>
                <c:pt idx="3">
                  <c:v>Thursday</c:v>
                </c:pt>
                <c:pt idx="4">
                  <c:v>Friday</c:v>
                </c:pt>
                <c:pt idx="5">
                  <c:v>Saturday</c:v>
                </c:pt>
                <c:pt idx="6">
                  <c:v>Sunday</c:v>
                </c:pt>
              </c:strCache>
            </c:strRef>
          </c:cat>
          <c:val>
            <c:numRef>
              <c:f>'Pivot Charts'!$C$37:$C$44</c:f>
              <c:numCache>
                <c:formatCode>0%</c:formatCode>
                <c:ptCount val="7"/>
                <c:pt idx="0">
                  <c:v>53.127516778523493</c:v>
                </c:pt>
                <c:pt idx="1">
                  <c:v>62.409448818897637</c:v>
                </c:pt>
                <c:pt idx="2">
                  <c:v>58.81679389312977</c:v>
                </c:pt>
                <c:pt idx="3">
                  <c:v>65.007999999999996</c:v>
                </c:pt>
                <c:pt idx="4">
                  <c:v>61.905797101449274</c:v>
                </c:pt>
                <c:pt idx="5">
                  <c:v>39.295180722891565</c:v>
                </c:pt>
                <c:pt idx="6">
                  <c:v>40.512195121951223</c:v>
                </c:pt>
              </c:numCache>
            </c:numRef>
          </c:val>
          <c:extLst>
            <c:ext xmlns:c16="http://schemas.microsoft.com/office/drawing/2014/chart" uri="{C3380CC4-5D6E-409C-BE32-E72D297353CC}">
              <c16:uniqueId val="{00000001-60F6-4A8D-B01B-9849C851DBE0}"/>
            </c:ext>
          </c:extLst>
        </c:ser>
        <c:dLbls>
          <c:showLegendKey val="0"/>
          <c:showVal val="0"/>
          <c:showCatName val="0"/>
          <c:showSerName val="0"/>
          <c:showPercent val="0"/>
          <c:showBubbleSize val="0"/>
        </c:dLbls>
        <c:gapWidth val="150"/>
        <c:shape val="box"/>
        <c:axId val="44893216"/>
        <c:axId val="44893696"/>
        <c:axId val="0"/>
      </c:bar3DChart>
      <c:catAx>
        <c:axId val="44893216"/>
        <c:scaling>
          <c:orientation val="minMax"/>
        </c:scaling>
        <c:delete val="0"/>
        <c:axPos val="b"/>
        <c:numFmt formatCode="General" sourceLinked="1"/>
        <c:majorTickMark val="out"/>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44893696"/>
        <c:crosses val="autoZero"/>
        <c:auto val="1"/>
        <c:lblAlgn val="ctr"/>
        <c:lblOffset val="100"/>
        <c:noMultiLvlLbl val="0"/>
      </c:catAx>
      <c:valAx>
        <c:axId val="44893696"/>
        <c:scaling>
          <c:orientation val="minMax"/>
        </c:scaling>
        <c:delete val="0"/>
        <c:axPos val="l"/>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44893216"/>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a:gsLst>
        <a:gs pos="0">
          <a:schemeClr val="accent3">
            <a:lumMod val="60000"/>
            <a:lumOff val="4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[Bike Sharing DATA Analysis.2.xlsx]Sheet3!PivotTable27</c:name>
    <c:fmtId val="3"/>
  </c:pivotSource>
  <c:chart>
    <c:autoTitleDeleted val="1"/>
    <c:pivotFmts>
      <c:pivotFmt>
        <c:idx val="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stacked"/>
        <c:varyColors val="0"/>
        <c:ser>
          <c:idx val="0"/>
          <c:order val="0"/>
          <c:tx>
            <c:strRef>
              <c:f>Sheet3!$B$3</c:f>
              <c:strCache>
                <c:ptCount val="1"/>
                <c:pt idx="0">
                  <c:v>Total</c:v>
                </c:pt>
              </c:strCache>
            </c:strRef>
          </c:tx>
          <c:spPr>
            <a:solidFill>
              <a:schemeClr val="accent1"/>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Sheet3!$A$4:$A$8</c:f>
              <c:strCache>
                <c:ptCount val="4"/>
                <c:pt idx="0">
                  <c:v>1</c:v>
                </c:pt>
                <c:pt idx="1">
                  <c:v>2</c:v>
                </c:pt>
                <c:pt idx="2">
                  <c:v>3</c:v>
                </c:pt>
                <c:pt idx="3">
                  <c:v>4</c:v>
                </c:pt>
              </c:strCache>
            </c:strRef>
          </c:cat>
          <c:val>
            <c:numRef>
              <c:f>Sheet3!$B$4:$B$8</c:f>
              <c:numCache>
                <c:formatCode>General</c:formatCode>
                <c:ptCount val="4"/>
                <c:pt idx="0">
                  <c:v>1764</c:v>
                </c:pt>
                <c:pt idx="1">
                  <c:v>926</c:v>
                </c:pt>
                <c:pt idx="2">
                  <c:v>289</c:v>
                </c:pt>
                <c:pt idx="3">
                  <c:v>3</c:v>
                </c:pt>
              </c:numCache>
            </c:numRef>
          </c:val>
          <c:extLst>
            <c:ext xmlns:c16="http://schemas.microsoft.com/office/drawing/2014/chart" uri="{C3380CC4-5D6E-409C-BE32-E72D297353CC}">
              <c16:uniqueId val="{00000000-1D49-4151-BE1E-0821FEB39154}"/>
            </c:ext>
          </c:extLst>
        </c:ser>
        <c:dLbls>
          <c:showLegendKey val="0"/>
          <c:showVal val="1"/>
          <c:showCatName val="0"/>
          <c:showSerName val="0"/>
          <c:showPercent val="0"/>
          <c:showBubbleSize val="0"/>
        </c:dLbls>
        <c:gapWidth val="150"/>
        <c:shape val="box"/>
        <c:axId val="1827792032"/>
        <c:axId val="1479678384"/>
        <c:axId val="0"/>
      </c:bar3DChart>
      <c:catAx>
        <c:axId val="1827792032"/>
        <c:scaling>
          <c:orientation val="minMax"/>
        </c:scaling>
        <c:delete val="0"/>
        <c:axPos val="b"/>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79678384"/>
        <c:crosses val="autoZero"/>
        <c:auto val="1"/>
        <c:lblAlgn val="ctr"/>
        <c:lblOffset val="100"/>
        <c:noMultiLvlLbl val="0"/>
      </c:catAx>
      <c:valAx>
        <c:axId val="1479678384"/>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2779203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[BIKE SHARING DEMAND ANALYSIS.xlsx]PIVOT ANALYSIS!PivotTable3</c:name>
    <c:fmtId val="18"/>
  </c:pivotSource>
  <c:chart>
    <c:title>
      <c:tx>
        <c:rich>
          <a:bodyPr rot="0" spcFirstLastPara="1" vertOverflow="ellipsis" vert="horz" wrap="square" anchor="ctr" anchorCtr="1"/>
          <a:lstStyle/>
          <a:p>
            <a:pPr>
              <a:defRPr sz="1000" b="1" i="0" u="none" strike="noStrike" kern="1200" baseline="0">
                <a:solidFill>
                  <a:schemeClr val="bg1"/>
                </a:solidFill>
                <a:latin typeface="Algerian" panose="04020705040A02060702" pitchFamily="82" charset="0"/>
                <a:ea typeface="+mn-ea"/>
                <a:cs typeface="+mn-cs"/>
              </a:defRPr>
            </a:pPr>
            <a:r>
              <a:rPr lang="en-US" sz="1000">
                <a:solidFill>
                  <a:schemeClr val="bg1"/>
                </a:solidFill>
                <a:latin typeface="Algerian" panose="04020705040A02060702" pitchFamily="82" charset="0"/>
              </a:rPr>
              <a:t>HOURLY DEMAND PER DAY</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bg1"/>
              </a:solidFill>
              <a:latin typeface="Algerian" panose="04020705040A02060702" pitchFamily="82" charset="0"/>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12932580758083137"/>
          <c:y val="2.685459729939136E-2"/>
          <c:w val="0.74934723322464147"/>
          <c:h val="0.85266739149988402"/>
        </c:manualLayout>
      </c:layout>
      <c:bar3DChart>
        <c:barDir val="col"/>
        <c:grouping val="standard"/>
        <c:varyColors val="0"/>
        <c:ser>
          <c:idx val="0"/>
          <c:order val="0"/>
          <c:tx>
            <c:strRef>
              <c:f>'PIVOT ANALYSIS'!$M$5</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c:spPr>
          <c:invertIfNegative val="0"/>
          <c:cat>
            <c:strRef>
              <c:f>'PIVOT ANALYSIS'!$L$6:$L$13</c:f>
              <c:strCache>
                <c:ptCount val="7"/>
                <c:pt idx="0">
                  <c:v>0</c:v>
                </c:pt>
                <c:pt idx="1">
                  <c:v>1</c:v>
                </c:pt>
                <c:pt idx="2">
                  <c:v>2</c:v>
                </c:pt>
                <c:pt idx="3">
                  <c:v>3</c:v>
                </c:pt>
                <c:pt idx="4">
                  <c:v>4</c:v>
                </c:pt>
                <c:pt idx="5">
                  <c:v>5</c:v>
                </c:pt>
                <c:pt idx="6">
                  <c:v>6</c:v>
                </c:pt>
              </c:strCache>
            </c:strRef>
          </c:cat>
          <c:val>
            <c:numRef>
              <c:f>'PIVOT ANALYSIS'!$M$6:$M$13</c:f>
              <c:numCache>
                <c:formatCode>General</c:formatCode>
                <c:ptCount val="7"/>
                <c:pt idx="0">
                  <c:v>1912</c:v>
                </c:pt>
                <c:pt idx="1">
                  <c:v>1677</c:v>
                </c:pt>
                <c:pt idx="2">
                  <c:v>1573</c:v>
                </c:pt>
                <c:pt idx="3">
                  <c:v>1509</c:v>
                </c:pt>
                <c:pt idx="4">
                  <c:v>1526</c:v>
                </c:pt>
                <c:pt idx="5">
                  <c:v>1634</c:v>
                </c:pt>
                <c:pt idx="6">
                  <c:v>1922</c:v>
                </c:pt>
              </c:numCache>
            </c:numRef>
          </c:val>
          <c:extLst>
            <c:ext xmlns:c16="http://schemas.microsoft.com/office/drawing/2014/chart" uri="{C3380CC4-5D6E-409C-BE32-E72D297353CC}">
              <c16:uniqueId val="{00000000-1003-4CBA-BCFC-B8A8FD739424}"/>
            </c:ext>
          </c:extLst>
        </c:ser>
        <c:dLbls>
          <c:showLegendKey val="0"/>
          <c:showVal val="0"/>
          <c:showCatName val="0"/>
          <c:showSerName val="0"/>
          <c:showPercent val="0"/>
          <c:showBubbleSize val="0"/>
        </c:dLbls>
        <c:gapWidth val="150"/>
        <c:shape val="box"/>
        <c:axId val="1000598736"/>
        <c:axId val="1059181648"/>
        <c:axId val="1224707280"/>
      </c:bar3DChart>
      <c:catAx>
        <c:axId val="1000598736"/>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59181648"/>
        <c:crosses val="autoZero"/>
        <c:auto val="1"/>
        <c:lblAlgn val="ctr"/>
        <c:lblOffset val="100"/>
        <c:noMultiLvlLbl val="0"/>
      </c:catAx>
      <c:valAx>
        <c:axId val="10591816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00598736"/>
        <c:crosses val="autoZero"/>
        <c:crossBetween val="between"/>
      </c:valAx>
      <c:serAx>
        <c:axId val="1224707280"/>
        <c:scaling>
          <c:orientation val="minMax"/>
        </c:scaling>
        <c:delete val="0"/>
        <c:axPos val="b"/>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59181648"/>
        <c:crosses val="autoZero"/>
      </c:ser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a:gsLst>
        <a:gs pos="23776">
          <a:schemeClr val="accent6">
            <a:lumMod val="75000"/>
          </a:schemeClr>
        </a:gs>
        <a:gs pos="62900">
          <a:srgbClr val="B5CFFB"/>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[BIKE SHARING DEMAND ANALYSIS.xlsx]PIVOT ANALYSIS!PivotTable7</c:name>
    <c:fmtId val="32"/>
  </c:pivotSource>
  <c:chart>
    <c:title>
      <c:tx>
        <c:rich>
          <a:bodyPr rot="0" spcFirstLastPara="1" vertOverflow="ellipsis" vert="horz" wrap="square" anchor="ctr" anchorCtr="1"/>
          <a:lstStyle/>
          <a:p>
            <a:pPr>
              <a:defRPr sz="1050" b="1" i="0" u="none" strike="noStrike" kern="1200" cap="none" spc="0" baseline="0">
                <a:ln w="0"/>
                <a:solidFill>
                  <a:schemeClr val="bg1"/>
                </a:solidFill>
                <a:effectLst>
                  <a:outerShdw blurRad="50800" dist="38100" dir="2700000" algn="tl" rotWithShape="0">
                    <a:prstClr val="black">
                      <a:alpha val="40000"/>
                    </a:prstClr>
                  </a:outerShdw>
                </a:effectLst>
                <a:latin typeface="Algerian" panose="04020705040A02060702" pitchFamily="82" charset="0"/>
                <a:ea typeface="+mn-ea"/>
                <a:cs typeface="+mn-cs"/>
              </a:defRPr>
            </a:pPr>
            <a:r>
              <a:rPr lang="en-US" sz="1050" b="1">
                <a:solidFill>
                  <a:schemeClr val="bg1"/>
                </a:solidFill>
                <a:latin typeface="Algerian" panose="04020705040A02060702" pitchFamily="82" charset="0"/>
              </a:rPr>
              <a:t>USERS PER DAY CHART</a:t>
            </a:r>
          </a:p>
        </c:rich>
      </c:tx>
      <c:overlay val="0"/>
      <c:spPr>
        <a:noFill/>
        <a:ln>
          <a:noFill/>
        </a:ln>
        <a:effectLst/>
      </c:spPr>
      <c:txPr>
        <a:bodyPr rot="0" spcFirstLastPara="1" vertOverflow="ellipsis" vert="horz" wrap="square" anchor="ctr" anchorCtr="1"/>
        <a:lstStyle/>
        <a:p>
          <a:pPr>
            <a:defRPr sz="1050" b="1" i="0" u="none" strike="noStrike" kern="1200" cap="none" spc="0" baseline="0">
              <a:ln w="0"/>
              <a:solidFill>
                <a:schemeClr val="bg1"/>
              </a:solidFill>
              <a:effectLst>
                <a:outerShdw blurRad="50800" dist="38100" dir="2700000" algn="tl" rotWithShape="0">
                  <a:prstClr val="black">
                    <a:alpha val="40000"/>
                  </a:prstClr>
                </a:outerShdw>
              </a:effectLst>
              <a:latin typeface="Algerian" panose="04020705040A02060702" pitchFamily="82" charset="0"/>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w="0"/>
                  <a:solidFill>
                    <a:schemeClr val="tx1"/>
                  </a:solidFill>
                  <a:effectLst>
                    <a:outerShdw blurRad="50800" dist="38100" dir="2700000" algn="tl" rotWithShape="0">
                      <a:prstClr val="black">
                        <a:alpha val="40000"/>
                      </a:prstClr>
                    </a:outerShdw>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4"/>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5"/>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7"/>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8"/>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0"/>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1"/>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2"/>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3"/>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4"/>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5"/>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6"/>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7"/>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8"/>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9"/>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0"/>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1"/>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2"/>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3"/>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4"/>
        <c:spPr>
          <a:solidFill>
            <a:schemeClr val="accent1"/>
          </a:solidFill>
          <a:ln w="28575" cap="rnd">
            <a:solidFill>
              <a:schemeClr val="accent1"/>
            </a:solidFill>
            <a:round/>
          </a:ln>
          <a:effectLst/>
        </c:spPr>
        <c:marker>
          <c:spPr>
            <a:solidFill>
              <a:schemeClr val="accent1"/>
            </a:solidFill>
            <a:ln w="9525">
              <a:solidFill>
                <a:schemeClr val="accent1"/>
              </a:solidFill>
            </a:ln>
            <a:effectLst/>
          </c:spPr>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w="0"/>
                  <a:solidFill>
                    <a:schemeClr val="tx1"/>
                  </a:solidFill>
                  <a:effectLst>
                    <a:outerShdw blurRad="50800" dist="38100" dir="2700000" algn="tl" rotWithShape="0">
                      <a:prstClr val="black">
                        <a:alpha val="40000"/>
                      </a:prstClr>
                    </a:outerShdw>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cap="none" spc="0" baseline="0">
                  <a:ln w="0"/>
                  <a:solidFill>
                    <a:schemeClr val="tx1"/>
                  </a:solidFill>
                  <a:effectLst>
                    <a:outerShdw blurRad="50800" dist="38100" dir="2700000" algn="tl" rotWithShape="0">
                      <a:prstClr val="black">
                        <a:alpha val="40000"/>
                      </a:prstClr>
                    </a:outerShdw>
                  </a:effectLs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areaChart>
        <c:grouping val="standard"/>
        <c:varyColors val="0"/>
        <c:ser>
          <c:idx val="0"/>
          <c:order val="0"/>
          <c:tx>
            <c:strRef>
              <c:f>'PIVOT ANALYSIS'!$O$35</c:f>
              <c:strCache>
                <c:ptCount val="1"/>
                <c:pt idx="0">
                  <c:v>Total</c:v>
                </c:pt>
              </c:strCache>
            </c:strRef>
          </c:tx>
          <c:spPr>
            <a:solidFill>
              <a:schemeClr val="accent1"/>
            </a:solidFill>
            <a:ln>
              <a:noFill/>
            </a:ln>
            <a:effectLst/>
          </c:spPr>
          <c:cat>
            <c:strRef>
              <c:f>'PIVOT ANALYSIS'!$N$36:$N$81</c:f>
              <c:strCache>
                <c:ptCount val="45"/>
                <c:pt idx="0">
                  <c:v>01-Jan</c:v>
                </c:pt>
                <c:pt idx="1">
                  <c:v>02-Jan</c:v>
                </c:pt>
                <c:pt idx="2">
                  <c:v>03-Jan</c:v>
                </c:pt>
                <c:pt idx="3">
                  <c:v>04-Jan</c:v>
                </c:pt>
                <c:pt idx="4">
                  <c:v>05-Jan</c:v>
                </c:pt>
                <c:pt idx="5">
                  <c:v>06-Jan</c:v>
                </c:pt>
                <c:pt idx="6">
                  <c:v>07-Jan</c:v>
                </c:pt>
                <c:pt idx="7">
                  <c:v>08-Jan</c:v>
                </c:pt>
                <c:pt idx="8">
                  <c:v>09-Jan</c:v>
                </c:pt>
                <c:pt idx="9">
                  <c:v>10-Jan</c:v>
                </c:pt>
                <c:pt idx="10">
                  <c:v>11-Jan</c:v>
                </c:pt>
                <c:pt idx="11">
                  <c:v>12-Jan</c:v>
                </c:pt>
                <c:pt idx="12">
                  <c:v>13-Jan</c:v>
                </c:pt>
                <c:pt idx="13">
                  <c:v>14-Jan</c:v>
                </c:pt>
                <c:pt idx="14">
                  <c:v>15-Jan</c:v>
                </c:pt>
                <c:pt idx="15">
                  <c:v>16-Jan</c:v>
                </c:pt>
                <c:pt idx="16">
                  <c:v>17-Jan</c:v>
                </c:pt>
                <c:pt idx="17">
                  <c:v>18-Jan</c:v>
                </c:pt>
                <c:pt idx="18">
                  <c:v>19-Jan</c:v>
                </c:pt>
                <c:pt idx="19">
                  <c:v>20-Jan</c:v>
                </c:pt>
                <c:pt idx="20">
                  <c:v>21-Jan</c:v>
                </c:pt>
                <c:pt idx="21">
                  <c:v>22-Jan</c:v>
                </c:pt>
                <c:pt idx="22">
                  <c:v>23-Jan</c:v>
                </c:pt>
                <c:pt idx="23">
                  <c:v>24-Jan</c:v>
                </c:pt>
                <c:pt idx="24">
                  <c:v>25-Jan</c:v>
                </c:pt>
                <c:pt idx="25">
                  <c:v>26-Jan</c:v>
                </c:pt>
                <c:pt idx="26">
                  <c:v>27-Jan</c:v>
                </c:pt>
                <c:pt idx="27">
                  <c:v>28-Jan</c:v>
                </c:pt>
                <c:pt idx="28">
                  <c:v>29-Jan</c:v>
                </c:pt>
                <c:pt idx="29">
                  <c:v>30-Jan</c:v>
                </c:pt>
                <c:pt idx="30">
                  <c:v>31-Jan</c:v>
                </c:pt>
                <c:pt idx="31">
                  <c:v>01-Feb</c:v>
                </c:pt>
                <c:pt idx="32">
                  <c:v>02-Feb</c:v>
                </c:pt>
                <c:pt idx="33">
                  <c:v>03-Feb</c:v>
                </c:pt>
                <c:pt idx="34">
                  <c:v>04-Feb</c:v>
                </c:pt>
                <c:pt idx="35">
                  <c:v>05-Feb</c:v>
                </c:pt>
                <c:pt idx="36">
                  <c:v>06-Feb</c:v>
                </c:pt>
                <c:pt idx="37">
                  <c:v>07-Feb</c:v>
                </c:pt>
                <c:pt idx="38">
                  <c:v>08-Feb</c:v>
                </c:pt>
                <c:pt idx="39">
                  <c:v>09-Feb</c:v>
                </c:pt>
                <c:pt idx="40">
                  <c:v>10-Feb</c:v>
                </c:pt>
                <c:pt idx="41">
                  <c:v>11-Feb</c:v>
                </c:pt>
                <c:pt idx="42">
                  <c:v>12-Feb</c:v>
                </c:pt>
                <c:pt idx="43">
                  <c:v>13-Feb</c:v>
                </c:pt>
                <c:pt idx="44">
                  <c:v>14-Feb</c:v>
                </c:pt>
              </c:strCache>
            </c:strRef>
          </c:cat>
          <c:val>
            <c:numRef>
              <c:f>'PIVOT ANALYSIS'!$O$36:$O$81</c:f>
              <c:numCache>
                <c:formatCode>General</c:formatCode>
                <c:ptCount val="45"/>
                <c:pt idx="0">
                  <c:v>985</c:v>
                </c:pt>
                <c:pt idx="1">
                  <c:v>801</c:v>
                </c:pt>
                <c:pt idx="2">
                  <c:v>1349</c:v>
                </c:pt>
                <c:pt idx="3">
                  <c:v>1562</c:v>
                </c:pt>
                <c:pt idx="4">
                  <c:v>1600</c:v>
                </c:pt>
                <c:pt idx="5">
                  <c:v>1606</c:v>
                </c:pt>
                <c:pt idx="6">
                  <c:v>1510</c:v>
                </c:pt>
                <c:pt idx="7">
                  <c:v>959</c:v>
                </c:pt>
                <c:pt idx="8">
                  <c:v>822</c:v>
                </c:pt>
                <c:pt idx="9">
                  <c:v>1321</c:v>
                </c:pt>
                <c:pt idx="10">
                  <c:v>1263</c:v>
                </c:pt>
                <c:pt idx="11">
                  <c:v>1162</c:v>
                </c:pt>
                <c:pt idx="12">
                  <c:v>1406</c:v>
                </c:pt>
                <c:pt idx="13">
                  <c:v>1421</c:v>
                </c:pt>
                <c:pt idx="14">
                  <c:v>1248</c:v>
                </c:pt>
                <c:pt idx="15">
                  <c:v>1204</c:v>
                </c:pt>
                <c:pt idx="16">
                  <c:v>1000</c:v>
                </c:pt>
                <c:pt idx="17">
                  <c:v>683</c:v>
                </c:pt>
                <c:pt idx="18">
                  <c:v>1650</c:v>
                </c:pt>
                <c:pt idx="19">
                  <c:v>1927</c:v>
                </c:pt>
                <c:pt idx="20">
                  <c:v>1543</c:v>
                </c:pt>
                <c:pt idx="21">
                  <c:v>981</c:v>
                </c:pt>
                <c:pt idx="22">
                  <c:v>986</c:v>
                </c:pt>
                <c:pt idx="23">
                  <c:v>1416</c:v>
                </c:pt>
                <c:pt idx="24">
                  <c:v>1985</c:v>
                </c:pt>
                <c:pt idx="25">
                  <c:v>506</c:v>
                </c:pt>
                <c:pt idx="26">
                  <c:v>431</c:v>
                </c:pt>
                <c:pt idx="27">
                  <c:v>1167</c:v>
                </c:pt>
                <c:pt idx="28">
                  <c:v>1098</c:v>
                </c:pt>
                <c:pt idx="29">
                  <c:v>1096</c:v>
                </c:pt>
                <c:pt idx="30">
                  <c:v>1501</c:v>
                </c:pt>
                <c:pt idx="31">
                  <c:v>1360</c:v>
                </c:pt>
                <c:pt idx="32">
                  <c:v>1526</c:v>
                </c:pt>
                <c:pt idx="33">
                  <c:v>1550</c:v>
                </c:pt>
                <c:pt idx="34">
                  <c:v>1708</c:v>
                </c:pt>
                <c:pt idx="35">
                  <c:v>1005</c:v>
                </c:pt>
                <c:pt idx="36">
                  <c:v>1623</c:v>
                </c:pt>
                <c:pt idx="37">
                  <c:v>1712</c:v>
                </c:pt>
                <c:pt idx="38">
                  <c:v>1530</c:v>
                </c:pt>
                <c:pt idx="39">
                  <c:v>1605</c:v>
                </c:pt>
                <c:pt idx="40">
                  <c:v>1538</c:v>
                </c:pt>
                <c:pt idx="41">
                  <c:v>1746</c:v>
                </c:pt>
                <c:pt idx="42">
                  <c:v>1472</c:v>
                </c:pt>
                <c:pt idx="43">
                  <c:v>1589</c:v>
                </c:pt>
                <c:pt idx="44">
                  <c:v>151</c:v>
                </c:pt>
              </c:numCache>
            </c:numRef>
          </c:val>
          <c:extLst>
            <c:ext xmlns:c16="http://schemas.microsoft.com/office/drawing/2014/chart" uri="{C3380CC4-5D6E-409C-BE32-E72D297353CC}">
              <c16:uniqueId val="{00000000-0E17-4699-B03E-E003A9296252}"/>
            </c:ext>
          </c:extLst>
        </c:ser>
        <c:dLbls>
          <c:showLegendKey val="0"/>
          <c:showVal val="0"/>
          <c:showCatName val="0"/>
          <c:showSerName val="0"/>
          <c:showPercent val="0"/>
          <c:showBubbleSize val="0"/>
        </c:dLbls>
        <c:axId val="1000602448"/>
        <c:axId val="970826320"/>
      </c:areaChart>
      <c:catAx>
        <c:axId val="10006024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cap="none" spc="0" baseline="0">
                <a:ln w="0"/>
                <a:solidFill>
                  <a:schemeClr val="tx1"/>
                </a:solidFill>
                <a:effectLst>
                  <a:outerShdw blurRad="50800" dist="38100" dir="2700000" algn="tl" rotWithShape="0">
                    <a:prstClr val="black">
                      <a:alpha val="40000"/>
                    </a:prstClr>
                  </a:outerShdw>
                </a:effectLst>
                <a:latin typeface="+mn-lt"/>
                <a:ea typeface="+mn-ea"/>
                <a:cs typeface="+mn-cs"/>
              </a:defRPr>
            </a:pPr>
            <a:endParaRPr lang="en-US"/>
          </a:p>
        </c:txPr>
        <c:crossAx val="970826320"/>
        <c:crosses val="autoZero"/>
        <c:auto val="1"/>
        <c:lblAlgn val="ctr"/>
        <c:lblOffset val="100"/>
        <c:noMultiLvlLbl val="0"/>
      </c:catAx>
      <c:valAx>
        <c:axId val="9708263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cap="none" spc="0" baseline="0">
                <a:ln w="0"/>
                <a:solidFill>
                  <a:schemeClr val="tx1"/>
                </a:solidFill>
                <a:effectLst>
                  <a:outerShdw blurRad="50800" dist="38100" dir="2700000" algn="tl" rotWithShape="0">
                    <a:prstClr val="black">
                      <a:alpha val="40000"/>
                    </a:prstClr>
                  </a:outerShdw>
                </a:effectLst>
                <a:latin typeface="+mn-lt"/>
                <a:ea typeface="+mn-ea"/>
                <a:cs typeface="+mn-cs"/>
              </a:defRPr>
            </a:pPr>
            <a:endParaRPr lang="en-US"/>
          </a:p>
        </c:txPr>
        <c:crossAx val="1000602448"/>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a:gsLst>
        <a:gs pos="83000">
          <a:schemeClr val="accent2">
            <a:lumMod val="40000"/>
            <a:lumOff val="60000"/>
          </a:schemeClr>
        </a:gs>
        <a:gs pos="99933">
          <a:schemeClr val="accent1">
            <a:lumMod val="75000"/>
          </a:schemeClr>
        </a:gs>
        <a:gs pos="99867">
          <a:srgbClr val="C7DAFC"/>
        </a:gs>
        <a:gs pos="99734">
          <a:srgbClr val="C7DAFB"/>
        </a:gs>
        <a:gs pos="99468">
          <a:srgbClr val="C8D9FA"/>
        </a:gs>
        <a:gs pos="98937">
          <a:srgbClr val="CAD8F8"/>
        </a:gs>
        <a:gs pos="97875">
          <a:srgbClr val="CDD6F3"/>
        </a:gs>
        <a:gs pos="95750">
          <a:srgbClr val="D3D1E9"/>
        </a:gs>
        <a:gs pos="91500">
          <a:srgbClr val="DFC7D5"/>
        </a:gs>
        <a:gs pos="100000">
          <a:schemeClr val="accent1">
            <a:lumMod val="30000"/>
            <a:lumOff val="70000"/>
          </a:schemeClr>
        </a:gs>
      </a:gsLst>
      <a:lin ang="5400000" scaled="0"/>
    </a:gradFill>
    <a:ln w="9525" cap="flat" cmpd="sng" algn="ctr">
      <a:solidFill>
        <a:schemeClr val="tx1">
          <a:lumMod val="15000"/>
          <a:lumOff val="85000"/>
        </a:schemeClr>
      </a:solidFill>
      <a:round/>
    </a:ln>
    <a:effectLst/>
  </c:spPr>
  <c:txPr>
    <a:bodyPr/>
    <a:lstStyle/>
    <a:p>
      <a:pPr>
        <a:defRPr b="0" cap="none" spc="0">
          <a:ln w="0"/>
          <a:solidFill>
            <a:schemeClr val="tx1"/>
          </a:solidFill>
          <a:effectLst>
            <a:outerShdw blurRad="50800" dist="38100" dir="2700000" algn="tl" rotWithShape="0">
              <a:prstClr val="black">
                <a:alpha val="40000"/>
              </a:prstClr>
            </a:outerShdw>
          </a:effectLst>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[BIKE SHARING DEMAND ANALYSIS.xlsx]PIVOT ANALYSIS!PivotTable9</c:name>
    <c:fmtId val="19"/>
  </c:pivotSource>
  <c:chart>
    <c:title>
      <c:tx>
        <c:rich>
          <a:bodyPr rot="0" spcFirstLastPara="1" vertOverflow="ellipsis" vert="horz" wrap="square" anchor="ctr" anchorCtr="1"/>
          <a:lstStyle/>
          <a:p>
            <a:pPr>
              <a:defRPr sz="600" b="1" i="0" u="none" strike="noStrike" kern="1200" cap="all" spc="150" baseline="0">
                <a:solidFill>
                  <a:schemeClr val="bg1"/>
                </a:solidFill>
                <a:latin typeface="Algerian" panose="04020705040A02060702" pitchFamily="82" charset="0"/>
                <a:ea typeface="+mn-ea"/>
                <a:cs typeface="+mn-cs"/>
              </a:defRPr>
            </a:pPr>
            <a:r>
              <a:rPr lang="en-IN" sz="600">
                <a:solidFill>
                  <a:schemeClr val="bg1"/>
                </a:solidFill>
                <a:latin typeface="Algerian" panose="04020705040A02060702" pitchFamily="82" charset="0"/>
              </a:rPr>
              <a:t>Connectivity between casual and registered customers on weekdays </a:t>
            </a:r>
          </a:p>
        </c:rich>
      </c:tx>
      <c:layout>
        <c:manualLayout>
          <c:xMode val="edge"/>
          <c:yMode val="edge"/>
          <c:x val="0.14259268668282082"/>
          <c:y val="3.4313736527242719E-2"/>
        </c:manualLayout>
      </c:layout>
      <c:overlay val="0"/>
      <c:spPr>
        <a:noFill/>
        <a:ln>
          <a:noFill/>
        </a:ln>
        <a:effectLst/>
      </c:spPr>
      <c:txPr>
        <a:bodyPr rot="0" spcFirstLastPara="1" vertOverflow="ellipsis" vert="horz" wrap="square" anchor="ctr" anchorCtr="1"/>
        <a:lstStyle/>
        <a:p>
          <a:pPr>
            <a:defRPr sz="600" b="1" i="0" u="none" strike="noStrike" kern="1200" cap="all" spc="150" baseline="0">
              <a:solidFill>
                <a:schemeClr val="bg1"/>
              </a:solidFill>
              <a:latin typeface="Algerian" panose="04020705040A02060702" pitchFamily="82" charset="0"/>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dLbl>
          <c:idx val="0"/>
          <c:showLegendKey val="0"/>
          <c:showVal val="0"/>
          <c:showCatName val="0"/>
          <c:showSerName val="0"/>
          <c:showPercent val="0"/>
          <c:showBubbleSize val="0"/>
          <c:extLst>
            <c:ext xmlns:c15="http://schemas.microsoft.com/office/drawing/2012/chart" uri="{CE6537A1-D6FC-4f65-9D91-7224C49458BB}"/>
          </c:extLst>
        </c:dLbl>
      </c:pivotFmt>
      <c:pivotFmt>
        <c:idx val="3"/>
        <c:dLbl>
          <c:idx val="0"/>
          <c:showLegendKey val="0"/>
          <c:showVal val="0"/>
          <c:showCatName val="0"/>
          <c:showSerName val="0"/>
          <c:showPercent val="0"/>
          <c:showBubbleSize val="0"/>
          <c:extLst>
            <c:ext xmlns:c15="http://schemas.microsoft.com/office/drawing/2012/chart" uri="{CE6537A1-D6FC-4f65-9D91-7224C49458BB}"/>
          </c:extLst>
        </c:dLbl>
      </c:pivotFmt>
      <c:pivotFmt>
        <c:idx val="4"/>
        <c:dLbl>
          <c:idx val="0"/>
          <c:showLegendKey val="0"/>
          <c:showVal val="0"/>
          <c:showCatName val="0"/>
          <c:showSerName val="0"/>
          <c:showPercent val="0"/>
          <c:showBubbleSize val="0"/>
          <c:extLst>
            <c:ext xmlns:c15="http://schemas.microsoft.com/office/drawing/2012/chart" uri="{CE6537A1-D6FC-4f65-9D91-7224C49458BB}"/>
          </c:extLst>
        </c:dLbl>
      </c:pivotFmt>
      <c:pivotFmt>
        <c:idx val="5"/>
        <c:dLbl>
          <c:idx val="0"/>
          <c:showLegendKey val="0"/>
          <c:showVal val="0"/>
          <c:showCatName val="0"/>
          <c:showSerName val="0"/>
          <c:showPercent val="0"/>
          <c:showBubbleSize val="0"/>
          <c:extLst>
            <c:ext xmlns:c15="http://schemas.microsoft.com/office/drawing/2012/chart" uri="{CE6537A1-D6FC-4f65-9D91-7224C49458BB}"/>
          </c:extLst>
        </c:dLbl>
      </c:pivotFmt>
      <c:pivotFmt>
        <c:idx val="6"/>
        <c:dLbl>
          <c:idx val="0"/>
          <c:showLegendKey val="0"/>
          <c:showVal val="0"/>
          <c:showCatName val="0"/>
          <c:showSerName val="0"/>
          <c:showPercent val="0"/>
          <c:showBubbleSize val="0"/>
          <c:extLst>
            <c:ext xmlns:c15="http://schemas.microsoft.com/office/drawing/2012/chart" uri="{CE6537A1-D6FC-4f65-9D91-7224C49458BB}"/>
          </c:extLst>
        </c:dLbl>
      </c:pivotFmt>
      <c:pivotFmt>
        <c:idx val="7"/>
        <c:dLbl>
          <c:idx val="0"/>
          <c:showLegendKey val="0"/>
          <c:showVal val="1"/>
          <c:showCatName val="0"/>
          <c:showSerName val="0"/>
          <c:showPercent val="0"/>
          <c:showBubbleSize val="0"/>
          <c:extLst>
            <c:ext xmlns:c15="http://schemas.microsoft.com/office/drawing/2012/chart" uri="{CE6537A1-D6FC-4f65-9D91-7224C49458BB}"/>
          </c:extLst>
        </c:dLbl>
      </c:pivotFmt>
      <c:pivotFmt>
        <c:idx val="8"/>
        <c:dLbl>
          <c:idx val="0"/>
          <c:showLegendKey val="0"/>
          <c:showVal val="0"/>
          <c:showCatName val="0"/>
          <c:showSerName val="0"/>
          <c:showPercent val="0"/>
          <c:showBubbleSize val="0"/>
          <c:extLst>
            <c:ext xmlns:c15="http://schemas.microsoft.com/office/drawing/2012/chart" uri="{CE6537A1-D6FC-4f65-9D91-7224C49458BB}"/>
          </c:extLst>
        </c:dLbl>
      </c:pivotFmt>
      <c:pivotFmt>
        <c:idx val="9"/>
        <c:spPr>
          <a:pattFill prst="narHorz">
            <a:fgClr>
              <a:schemeClr val="accent2"/>
            </a:fgClr>
            <a:bgClr>
              <a:schemeClr val="accent2">
                <a:lumMod val="20000"/>
                <a:lumOff val="80000"/>
              </a:schemeClr>
            </a:bgClr>
          </a:pattFill>
          <a:ln>
            <a:noFill/>
          </a:ln>
          <a:effectLst>
            <a:innerShdw blurRad="114300">
              <a:schemeClr val="accent2"/>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pattFill prst="narHorz">
            <a:fgClr>
              <a:schemeClr val="accent2"/>
            </a:fgClr>
            <a:bgClr>
              <a:schemeClr val="accent2">
                <a:lumMod val="20000"/>
                <a:lumOff val="80000"/>
              </a:schemeClr>
            </a:bgClr>
          </a:pattFill>
          <a:ln>
            <a:noFill/>
          </a:ln>
          <a:effectLst>
            <a:innerShdw blurRad="114300">
              <a:schemeClr val="accent2"/>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pattFill prst="narHorz">
            <a:fgClr>
              <a:schemeClr val="accent2"/>
            </a:fgClr>
            <a:bgClr>
              <a:schemeClr val="accent2">
                <a:lumMod val="20000"/>
                <a:lumOff val="80000"/>
              </a:schemeClr>
            </a:bgClr>
          </a:pattFill>
          <a:ln w="28575" cap="rnd">
            <a:solidFill>
              <a:schemeClr val="accent2"/>
            </a:solidFill>
            <a:round/>
          </a:ln>
          <a:effectLst/>
        </c:spPr>
        <c:marker>
          <c:symbol val="circle"/>
          <c:size val="6"/>
          <c:spPr>
            <a:solidFill>
              <a:schemeClr val="accent4">
                <a:lumMod val="60000"/>
              </a:schemeClr>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pattFill prst="narHorz">
            <a:fgClr>
              <a:schemeClr val="accent2"/>
            </a:fgClr>
            <a:bgClr>
              <a:schemeClr val="accent2">
                <a:lumMod val="20000"/>
                <a:lumOff val="80000"/>
              </a:schemeClr>
            </a:bgClr>
          </a:pattFill>
          <a:ln w="28575" cap="rnd">
            <a:solidFill>
              <a:schemeClr val="accent2"/>
            </a:solidFill>
            <a:round/>
          </a:ln>
          <a:effectLst/>
        </c:spPr>
        <c:marker>
          <c:symbol val="circle"/>
          <c:size val="6"/>
          <c:spPr>
            <a:solidFill>
              <a:schemeClr val="accent6">
                <a:lumMod val="60000"/>
              </a:schemeClr>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pattFill prst="narHorz">
            <a:fgClr>
              <a:schemeClr val="accent2"/>
            </a:fgClr>
            <a:bgClr>
              <a:schemeClr val="accent2">
                <a:lumMod val="20000"/>
                <a:lumOff val="80000"/>
              </a:schemeClr>
            </a:bgClr>
          </a:pattFill>
          <a:ln w="28575" cap="rnd">
            <a:solidFill>
              <a:schemeClr val="accent2"/>
            </a:solidFill>
            <a:round/>
          </a:ln>
          <a:effectLst/>
        </c:spPr>
        <c:marker>
          <c:symbol val="circle"/>
          <c:size val="6"/>
          <c:spPr>
            <a:solidFill>
              <a:schemeClr val="accent2">
                <a:lumMod val="80000"/>
                <a:lumOff val="20000"/>
              </a:schemeClr>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pattFill prst="narHorz">
            <a:fgClr>
              <a:schemeClr val="accent2"/>
            </a:fgClr>
            <a:bgClr>
              <a:schemeClr val="accent2">
                <a:lumMod val="20000"/>
                <a:lumOff val="80000"/>
              </a:schemeClr>
            </a:bgClr>
          </a:pattFill>
          <a:ln>
            <a:noFill/>
          </a:ln>
          <a:effectLst>
            <a:innerShdw blurRad="114300">
              <a:schemeClr val="accent2"/>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pattFill prst="narHorz">
            <a:fgClr>
              <a:schemeClr val="accent2"/>
            </a:fgClr>
            <a:bgClr>
              <a:schemeClr val="accent2">
                <a:lumMod val="20000"/>
                <a:lumOff val="80000"/>
              </a:schemeClr>
            </a:bgClr>
          </a:pattFill>
          <a:ln>
            <a:noFill/>
          </a:ln>
          <a:effectLst>
            <a:innerShdw blurRad="114300">
              <a:schemeClr val="accent2"/>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pattFill prst="narHorz">
            <a:fgClr>
              <a:schemeClr val="accent2"/>
            </a:fgClr>
            <a:bgClr>
              <a:schemeClr val="accent2">
                <a:lumMod val="20000"/>
                <a:lumOff val="80000"/>
              </a:schemeClr>
            </a:bgClr>
          </a:pattFill>
          <a:ln>
            <a:noFill/>
          </a:ln>
          <a:effectLst>
            <a:innerShdw blurRad="114300">
              <a:schemeClr val="accent2"/>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pattFill prst="narHorz">
            <a:fgClr>
              <a:schemeClr val="accent2"/>
            </a:fgClr>
            <a:bgClr>
              <a:schemeClr val="accent2">
                <a:lumMod val="20000"/>
                <a:lumOff val="80000"/>
              </a:schemeClr>
            </a:bgClr>
          </a:pattFill>
          <a:ln>
            <a:noFill/>
          </a:ln>
          <a:effectLst>
            <a:innerShdw blurRad="114300">
              <a:schemeClr val="accent2"/>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pattFill prst="narHorz">
            <a:fgClr>
              <a:schemeClr val="accent2"/>
            </a:fgClr>
            <a:bgClr>
              <a:schemeClr val="accent2">
                <a:lumMod val="20000"/>
                <a:lumOff val="80000"/>
              </a:schemeClr>
            </a:bgClr>
          </a:pattFill>
          <a:ln>
            <a:noFill/>
          </a:ln>
          <a:effectLst>
            <a:innerShdw blurRad="114300">
              <a:schemeClr val="accent2"/>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pattFill prst="narHorz">
            <a:fgClr>
              <a:schemeClr val="accent2"/>
            </a:fgClr>
            <a:bgClr>
              <a:schemeClr val="accent2">
                <a:lumMod val="20000"/>
                <a:lumOff val="80000"/>
              </a:schemeClr>
            </a:bgClr>
          </a:pattFill>
          <a:ln>
            <a:noFill/>
          </a:ln>
          <a:effectLst>
            <a:innerShdw blurRad="114300">
              <a:schemeClr val="accent2"/>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pattFill prst="narHorz">
            <a:fgClr>
              <a:schemeClr val="accent2"/>
            </a:fgClr>
            <a:bgClr>
              <a:schemeClr val="accent2">
                <a:lumMod val="20000"/>
                <a:lumOff val="80000"/>
              </a:schemeClr>
            </a:bgClr>
          </a:pattFill>
          <a:ln w="28575" cap="rnd">
            <a:solidFill>
              <a:schemeClr val="accent2"/>
            </a:solidFill>
            <a:round/>
          </a:ln>
          <a:effectLst/>
        </c:spPr>
        <c:marker>
          <c:symbol val="circle"/>
          <c:size val="6"/>
          <c:spPr>
            <a:solidFill>
              <a:schemeClr val="accent4">
                <a:lumMod val="60000"/>
              </a:schemeClr>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pattFill prst="narHorz">
            <a:fgClr>
              <a:schemeClr val="accent2"/>
            </a:fgClr>
            <a:bgClr>
              <a:schemeClr val="accent2">
                <a:lumMod val="20000"/>
                <a:lumOff val="80000"/>
              </a:schemeClr>
            </a:bgClr>
          </a:pattFill>
          <a:ln w="28575" cap="rnd">
            <a:solidFill>
              <a:schemeClr val="accent2"/>
            </a:solidFill>
            <a:round/>
          </a:ln>
          <a:effectLst/>
        </c:spPr>
        <c:marker>
          <c:symbol val="circle"/>
          <c:size val="6"/>
          <c:spPr>
            <a:solidFill>
              <a:schemeClr val="accent6">
                <a:lumMod val="60000"/>
              </a:schemeClr>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pattFill prst="narHorz">
            <a:fgClr>
              <a:schemeClr val="accent2"/>
            </a:fgClr>
            <a:bgClr>
              <a:schemeClr val="accent2">
                <a:lumMod val="20000"/>
                <a:lumOff val="80000"/>
              </a:schemeClr>
            </a:bgClr>
          </a:pattFill>
          <a:ln w="28575" cap="rnd">
            <a:solidFill>
              <a:schemeClr val="accent2"/>
            </a:solidFill>
            <a:round/>
          </a:ln>
          <a:effectLst/>
        </c:spPr>
        <c:marker>
          <c:symbol val="circle"/>
          <c:size val="6"/>
          <c:spPr>
            <a:solidFill>
              <a:schemeClr val="accent2">
                <a:lumMod val="80000"/>
                <a:lumOff val="20000"/>
              </a:schemeClr>
            </a:solidFill>
            <a:ln>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pattFill prst="narHorz">
            <a:fgClr>
              <a:schemeClr val="accent2"/>
            </a:fgClr>
            <a:bgClr>
              <a:schemeClr val="accent2">
                <a:lumMod val="20000"/>
                <a:lumOff val="80000"/>
              </a:schemeClr>
            </a:bgClr>
          </a:pattFill>
          <a:ln>
            <a:noFill/>
          </a:ln>
          <a:effectLst>
            <a:innerShdw blurRad="114300">
              <a:schemeClr val="accent2"/>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pattFill prst="narHorz">
            <a:fgClr>
              <a:schemeClr val="accent2"/>
            </a:fgClr>
            <a:bgClr>
              <a:schemeClr val="accent2">
                <a:lumMod val="20000"/>
                <a:lumOff val="80000"/>
              </a:schemeClr>
            </a:bgClr>
          </a:pattFill>
          <a:ln>
            <a:noFill/>
          </a:ln>
          <a:effectLst>
            <a:innerShdw blurRad="114300">
              <a:schemeClr val="accent2"/>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pattFill prst="narHorz">
            <a:fgClr>
              <a:schemeClr val="accent2"/>
            </a:fgClr>
            <a:bgClr>
              <a:schemeClr val="accent2">
                <a:lumMod val="20000"/>
                <a:lumOff val="80000"/>
              </a:schemeClr>
            </a:bgClr>
          </a:pattFill>
          <a:ln>
            <a:noFill/>
          </a:ln>
          <a:effectLst>
            <a:innerShdw blurRad="114300">
              <a:schemeClr val="accent2"/>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pattFill prst="narHorz">
            <a:fgClr>
              <a:schemeClr val="accent2"/>
            </a:fgClr>
            <a:bgClr>
              <a:schemeClr val="accent2">
                <a:lumMod val="20000"/>
                <a:lumOff val="80000"/>
              </a:schemeClr>
            </a:bgClr>
          </a:pattFill>
          <a:ln>
            <a:noFill/>
          </a:ln>
          <a:effectLst>
            <a:innerShdw blurRad="114300">
              <a:schemeClr val="accent2"/>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7"/>
        <c:spPr>
          <a:pattFill prst="narHorz">
            <a:fgClr>
              <a:schemeClr val="accent2"/>
            </a:fgClr>
            <a:bgClr>
              <a:schemeClr val="accent2">
                <a:lumMod val="20000"/>
                <a:lumOff val="80000"/>
              </a:schemeClr>
            </a:bgClr>
          </a:pattFill>
          <a:ln>
            <a:noFill/>
          </a:ln>
          <a:effectLst>
            <a:innerShdw blurRad="114300">
              <a:schemeClr val="accent2"/>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8"/>
        <c:spPr>
          <a:pattFill prst="narHorz">
            <a:fgClr>
              <a:schemeClr val="accent2"/>
            </a:fgClr>
            <a:bgClr>
              <a:schemeClr val="accent2">
                <a:lumMod val="20000"/>
                <a:lumOff val="80000"/>
              </a:schemeClr>
            </a:bgClr>
          </a:pattFill>
          <a:ln>
            <a:noFill/>
          </a:ln>
          <a:effectLst>
            <a:innerShdw blurRad="114300">
              <a:schemeClr val="accent2"/>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9"/>
        <c:spPr>
          <a:pattFill prst="narHorz">
            <a:fgClr>
              <a:schemeClr val="accent2"/>
            </a:fgClr>
            <a:bgClr>
              <a:schemeClr val="accent2">
                <a:lumMod val="20000"/>
                <a:lumOff val="80000"/>
              </a:schemeClr>
            </a:bgClr>
          </a:pattFill>
          <a:ln>
            <a:noFill/>
          </a:ln>
          <a:effectLst>
            <a:innerShdw blurRad="114300">
              <a:schemeClr val="accent2"/>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0"/>
        <c:spPr>
          <a:pattFill prst="narHorz">
            <a:fgClr>
              <a:schemeClr val="accent2"/>
            </a:fgClr>
            <a:bgClr>
              <a:schemeClr val="accent2">
                <a:lumMod val="20000"/>
                <a:lumOff val="80000"/>
              </a:schemeClr>
            </a:bgClr>
          </a:pattFill>
          <a:ln>
            <a:noFill/>
          </a:ln>
          <a:effectLst>
            <a:innerShdw blurRad="114300">
              <a:schemeClr val="accent2"/>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1"/>
        <c:spPr>
          <a:pattFill prst="narHorz">
            <a:fgClr>
              <a:schemeClr val="accent2"/>
            </a:fgClr>
            <a:bgClr>
              <a:schemeClr val="accent2">
                <a:lumMod val="20000"/>
                <a:lumOff val="80000"/>
              </a:schemeClr>
            </a:bgClr>
          </a:pattFill>
          <a:ln>
            <a:noFill/>
          </a:ln>
          <a:effectLst>
            <a:innerShdw blurRad="114300">
              <a:schemeClr val="accent2"/>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2"/>
        <c:spPr>
          <a:pattFill prst="narHorz">
            <a:fgClr>
              <a:schemeClr val="accent2"/>
            </a:fgClr>
            <a:bgClr>
              <a:schemeClr val="accent2">
                <a:lumMod val="20000"/>
                <a:lumOff val="80000"/>
              </a:schemeClr>
            </a:bgClr>
          </a:pattFill>
          <a:ln>
            <a:noFill/>
          </a:ln>
          <a:effectLst>
            <a:innerShdw blurRad="114300">
              <a:schemeClr val="accent2"/>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3"/>
        <c:spPr>
          <a:pattFill prst="narHorz">
            <a:fgClr>
              <a:schemeClr val="accent2"/>
            </a:fgClr>
            <a:bgClr>
              <a:schemeClr val="accent2">
                <a:lumMod val="20000"/>
                <a:lumOff val="80000"/>
              </a:schemeClr>
            </a:bgClr>
          </a:pattFill>
          <a:ln>
            <a:noFill/>
          </a:ln>
          <a:effectLst>
            <a:innerShdw blurRad="114300">
              <a:schemeClr val="accent2"/>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4"/>
        <c:spPr>
          <a:pattFill prst="narHorz">
            <a:fgClr>
              <a:schemeClr val="accent2"/>
            </a:fgClr>
            <a:bgClr>
              <a:schemeClr val="accent2">
                <a:lumMod val="20000"/>
                <a:lumOff val="80000"/>
              </a:schemeClr>
            </a:bgClr>
          </a:pattFill>
          <a:ln>
            <a:noFill/>
          </a:ln>
          <a:effectLst>
            <a:innerShdw blurRad="114300">
              <a:schemeClr val="accent2"/>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5"/>
        <c:spPr>
          <a:pattFill prst="narHorz">
            <a:fgClr>
              <a:schemeClr val="accent2"/>
            </a:fgClr>
            <a:bgClr>
              <a:schemeClr val="accent2">
                <a:lumMod val="20000"/>
                <a:lumOff val="80000"/>
              </a:schemeClr>
            </a:bgClr>
          </a:pattFill>
          <a:ln>
            <a:noFill/>
          </a:ln>
          <a:effectLst>
            <a:innerShdw blurRad="114300">
              <a:schemeClr val="accent2"/>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6"/>
        <c:spPr>
          <a:pattFill prst="narHorz">
            <a:fgClr>
              <a:schemeClr val="accent2"/>
            </a:fgClr>
            <a:bgClr>
              <a:schemeClr val="accent2">
                <a:lumMod val="20000"/>
                <a:lumOff val="80000"/>
              </a:schemeClr>
            </a:bgClr>
          </a:pattFill>
          <a:ln>
            <a:noFill/>
          </a:ln>
          <a:effectLst>
            <a:innerShdw blurRad="114300">
              <a:schemeClr val="accent2"/>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7"/>
        <c:spPr>
          <a:pattFill prst="narHorz">
            <a:fgClr>
              <a:schemeClr val="accent2"/>
            </a:fgClr>
            <a:bgClr>
              <a:schemeClr val="accent2">
                <a:lumMod val="20000"/>
                <a:lumOff val="80000"/>
              </a:schemeClr>
            </a:bgClr>
          </a:pattFill>
          <a:ln>
            <a:noFill/>
          </a:ln>
          <a:effectLst>
            <a:innerShdw blurRad="114300">
              <a:schemeClr val="accent2"/>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8"/>
        <c:spPr>
          <a:pattFill prst="narHorz">
            <a:fgClr>
              <a:schemeClr val="accent2"/>
            </a:fgClr>
            <a:bgClr>
              <a:schemeClr val="accent2">
                <a:lumMod val="20000"/>
                <a:lumOff val="80000"/>
              </a:schemeClr>
            </a:bgClr>
          </a:pattFill>
          <a:ln>
            <a:noFill/>
          </a:ln>
          <a:effectLst>
            <a:innerShdw blurRad="114300">
              <a:schemeClr val="accent2"/>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9"/>
        <c:spPr>
          <a:pattFill prst="narHorz">
            <a:fgClr>
              <a:schemeClr val="accent2"/>
            </a:fgClr>
            <a:bgClr>
              <a:schemeClr val="accent2">
                <a:lumMod val="20000"/>
                <a:lumOff val="80000"/>
              </a:schemeClr>
            </a:bgClr>
          </a:pattFill>
          <a:ln>
            <a:noFill/>
          </a:ln>
          <a:effectLst>
            <a:innerShdw blurRad="114300">
              <a:schemeClr val="accent2"/>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0"/>
        <c:spPr>
          <a:pattFill prst="narHorz">
            <a:fgClr>
              <a:schemeClr val="accent2"/>
            </a:fgClr>
            <a:bgClr>
              <a:schemeClr val="accent2">
                <a:lumMod val="20000"/>
                <a:lumOff val="80000"/>
              </a:schemeClr>
            </a:bgClr>
          </a:pattFill>
          <a:ln>
            <a:noFill/>
          </a:ln>
          <a:effectLst>
            <a:innerShdw blurRad="114300">
              <a:schemeClr val="accent2"/>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1"/>
        <c:spPr>
          <a:pattFill prst="narHorz">
            <a:fgClr>
              <a:schemeClr val="accent2"/>
            </a:fgClr>
            <a:bgClr>
              <a:schemeClr val="accent2">
                <a:lumMod val="20000"/>
                <a:lumOff val="80000"/>
              </a:schemeClr>
            </a:bgClr>
          </a:pattFill>
          <a:ln>
            <a:noFill/>
          </a:ln>
          <a:effectLst>
            <a:innerShdw blurRad="114300">
              <a:schemeClr val="accent2"/>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2"/>
        <c:spPr>
          <a:pattFill prst="narHorz">
            <a:fgClr>
              <a:schemeClr val="accent2"/>
            </a:fgClr>
            <a:bgClr>
              <a:schemeClr val="accent2">
                <a:lumMod val="20000"/>
                <a:lumOff val="80000"/>
              </a:schemeClr>
            </a:bgClr>
          </a:pattFill>
          <a:ln>
            <a:noFill/>
          </a:ln>
          <a:effectLst>
            <a:innerShdw blurRad="114300">
              <a:schemeClr val="accent2"/>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3"/>
        <c:spPr>
          <a:pattFill prst="narHorz">
            <a:fgClr>
              <a:schemeClr val="accent2"/>
            </a:fgClr>
            <a:bgClr>
              <a:schemeClr val="accent2">
                <a:lumMod val="20000"/>
                <a:lumOff val="80000"/>
              </a:schemeClr>
            </a:bgClr>
          </a:pattFill>
          <a:ln>
            <a:noFill/>
          </a:ln>
          <a:effectLst>
            <a:innerShdw blurRad="114300">
              <a:schemeClr val="accent2"/>
            </a:inn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7.1108670569354424E-2"/>
          <c:y val="0.29858398675116055"/>
          <c:w val="0.74829706840816756"/>
          <c:h val="0.58064892880797836"/>
        </c:manualLayout>
      </c:layout>
      <c:barChart>
        <c:barDir val="col"/>
        <c:grouping val="clustered"/>
        <c:varyColors val="0"/>
        <c:ser>
          <c:idx val="0"/>
          <c:order val="0"/>
          <c:tx>
            <c:strRef>
              <c:f>'PIVOT ANALYSIS'!$P$23:$P$24</c:f>
              <c:strCache>
                <c:ptCount val="1"/>
                <c:pt idx="0">
                  <c:v>0</c:v>
                </c:pt>
              </c:strCache>
            </c:strRef>
          </c:tx>
          <c:spPr>
            <a:pattFill prst="narHorz">
              <a:fgClr>
                <a:schemeClr val="accent2"/>
              </a:fgClr>
              <a:bgClr>
                <a:schemeClr val="accent2">
                  <a:lumMod val="20000"/>
                  <a:lumOff val="80000"/>
                </a:schemeClr>
              </a:bgClr>
            </a:pattFill>
            <a:ln>
              <a:noFill/>
            </a:ln>
            <a:effectLst>
              <a:innerShdw blurRad="114300">
                <a:schemeClr val="accent2"/>
              </a:innerShdw>
            </a:effectLst>
          </c:spPr>
          <c:invertIfNegative val="0"/>
          <c:cat>
            <c:strRef>
              <c:f>'PIVOT ANALYSIS'!$O$25:$O$26</c:f>
              <c:strCache>
                <c:ptCount val="2"/>
                <c:pt idx="0">
                  <c:v>Sum of Casually Enq Cust</c:v>
                </c:pt>
                <c:pt idx="1">
                  <c:v>Sum of Registered Cust</c:v>
                </c:pt>
              </c:strCache>
            </c:strRef>
          </c:cat>
          <c:val>
            <c:numRef>
              <c:f>'PIVOT ANALYSIS'!$P$25:$P$26</c:f>
              <c:numCache>
                <c:formatCode>General</c:formatCode>
                <c:ptCount val="2"/>
                <c:pt idx="0">
                  <c:v>751</c:v>
                </c:pt>
                <c:pt idx="1">
                  <c:v>2461</c:v>
                </c:pt>
              </c:numCache>
            </c:numRef>
          </c:val>
          <c:extLst>
            <c:ext xmlns:c16="http://schemas.microsoft.com/office/drawing/2014/chart" uri="{C3380CC4-5D6E-409C-BE32-E72D297353CC}">
              <c16:uniqueId val="{00000000-3D22-4560-8361-CDCCF01A4CC0}"/>
            </c:ext>
          </c:extLst>
        </c:ser>
        <c:ser>
          <c:idx val="1"/>
          <c:order val="1"/>
          <c:tx>
            <c:strRef>
              <c:f>'PIVOT ANALYSIS'!$Q$23:$Q$24</c:f>
              <c:strCache>
                <c:ptCount val="1"/>
                <c:pt idx="0">
                  <c:v>1</c:v>
                </c:pt>
              </c:strCache>
            </c:strRef>
          </c:tx>
          <c:spPr>
            <a:pattFill prst="narHorz">
              <a:fgClr>
                <a:schemeClr val="accent4"/>
              </a:fgClr>
              <a:bgClr>
                <a:schemeClr val="accent4">
                  <a:lumMod val="20000"/>
                  <a:lumOff val="80000"/>
                </a:schemeClr>
              </a:bgClr>
            </a:pattFill>
            <a:ln>
              <a:noFill/>
            </a:ln>
            <a:effectLst>
              <a:innerShdw blurRad="114300">
                <a:schemeClr val="accent4"/>
              </a:innerShdw>
            </a:effectLst>
          </c:spPr>
          <c:invertIfNegative val="0"/>
          <c:cat>
            <c:strRef>
              <c:f>'PIVOT ANALYSIS'!$O$25:$O$26</c:f>
              <c:strCache>
                <c:ptCount val="2"/>
                <c:pt idx="0">
                  <c:v>Sum of Casually Enq Cust</c:v>
                </c:pt>
                <c:pt idx="1">
                  <c:v>Sum of Registered Cust</c:v>
                </c:pt>
              </c:strCache>
            </c:strRef>
          </c:cat>
          <c:val>
            <c:numRef>
              <c:f>'PIVOT ANALYSIS'!$Q$25:$Q$26</c:f>
              <c:numCache>
                <c:formatCode>General</c:formatCode>
                <c:ptCount val="2"/>
                <c:pt idx="0">
                  <c:v>128</c:v>
                </c:pt>
                <c:pt idx="1">
                  <c:v>1735</c:v>
                </c:pt>
              </c:numCache>
            </c:numRef>
          </c:val>
          <c:extLst>
            <c:ext xmlns:c16="http://schemas.microsoft.com/office/drawing/2014/chart" uri="{C3380CC4-5D6E-409C-BE32-E72D297353CC}">
              <c16:uniqueId val="{00000001-3D22-4560-8361-CDCCF01A4CC0}"/>
            </c:ext>
          </c:extLst>
        </c:ser>
        <c:ser>
          <c:idx val="2"/>
          <c:order val="2"/>
          <c:tx>
            <c:strRef>
              <c:f>'PIVOT ANALYSIS'!$R$23:$R$24</c:f>
              <c:strCache>
                <c:ptCount val="1"/>
                <c:pt idx="0">
                  <c:v>2</c:v>
                </c:pt>
              </c:strCache>
            </c:strRef>
          </c:tx>
          <c:spPr>
            <a:pattFill prst="narHorz">
              <a:fgClr>
                <a:schemeClr val="accent6"/>
              </a:fgClr>
              <a:bgClr>
                <a:schemeClr val="accent6">
                  <a:lumMod val="20000"/>
                  <a:lumOff val="80000"/>
                </a:schemeClr>
              </a:bgClr>
            </a:pattFill>
            <a:ln>
              <a:noFill/>
            </a:ln>
            <a:effectLst>
              <a:innerShdw blurRad="114300">
                <a:schemeClr val="accent6"/>
              </a:innerShdw>
            </a:effectLst>
          </c:spPr>
          <c:invertIfNegative val="0"/>
          <c:cat>
            <c:strRef>
              <c:f>'PIVOT ANALYSIS'!$O$25:$O$26</c:f>
              <c:strCache>
                <c:ptCount val="2"/>
                <c:pt idx="0">
                  <c:v>Sum of Casually Enq Cust</c:v>
                </c:pt>
                <c:pt idx="1">
                  <c:v>Sum of Registered Cust</c:v>
                </c:pt>
              </c:strCache>
            </c:strRef>
          </c:cat>
          <c:val>
            <c:numRef>
              <c:f>'PIVOT ANALYSIS'!$R$25:$R$26</c:f>
              <c:numCache>
                <c:formatCode>General</c:formatCode>
                <c:ptCount val="2"/>
                <c:pt idx="0">
                  <c:v>111</c:v>
                </c:pt>
                <c:pt idx="1">
                  <c:v>2779</c:v>
                </c:pt>
              </c:numCache>
            </c:numRef>
          </c:val>
          <c:extLst>
            <c:ext xmlns:c16="http://schemas.microsoft.com/office/drawing/2014/chart" uri="{C3380CC4-5D6E-409C-BE32-E72D297353CC}">
              <c16:uniqueId val="{00000002-3D22-4560-8361-CDCCF01A4CC0}"/>
            </c:ext>
          </c:extLst>
        </c:ser>
        <c:ser>
          <c:idx val="3"/>
          <c:order val="3"/>
          <c:tx>
            <c:strRef>
              <c:f>'PIVOT ANALYSIS'!$S$23:$S$24</c:f>
              <c:strCache>
                <c:ptCount val="1"/>
                <c:pt idx="0">
                  <c:v>3</c:v>
                </c:pt>
              </c:strCache>
            </c:strRef>
          </c:tx>
          <c:spPr>
            <a:pattFill prst="narHorz">
              <a:fgClr>
                <a:schemeClr val="accent2">
                  <a:lumMod val="60000"/>
                </a:schemeClr>
              </a:fgClr>
              <a:bgClr>
                <a:schemeClr val="accent2">
                  <a:lumMod val="60000"/>
                  <a:lumMod val="20000"/>
                  <a:lumOff val="80000"/>
                </a:schemeClr>
              </a:bgClr>
            </a:pattFill>
            <a:ln>
              <a:noFill/>
            </a:ln>
            <a:effectLst>
              <a:innerShdw blurRad="114300">
                <a:schemeClr val="accent2">
                  <a:lumMod val="60000"/>
                </a:schemeClr>
              </a:innerShdw>
            </a:effectLst>
          </c:spPr>
          <c:invertIfNegative val="0"/>
          <c:cat>
            <c:strRef>
              <c:f>'PIVOT ANALYSIS'!$O$25:$O$26</c:f>
              <c:strCache>
                <c:ptCount val="2"/>
                <c:pt idx="0">
                  <c:v>Sum of Casually Enq Cust</c:v>
                </c:pt>
                <c:pt idx="1">
                  <c:v>Sum of Registered Cust</c:v>
                </c:pt>
              </c:strCache>
            </c:strRef>
          </c:cat>
          <c:val>
            <c:numRef>
              <c:f>'PIVOT ANALYSIS'!$S$25:$S$26</c:f>
              <c:numCache>
                <c:formatCode>General</c:formatCode>
                <c:ptCount val="2"/>
                <c:pt idx="0">
                  <c:v>125</c:v>
                </c:pt>
                <c:pt idx="1">
                  <c:v>3006</c:v>
                </c:pt>
              </c:numCache>
            </c:numRef>
          </c:val>
          <c:extLst>
            <c:ext xmlns:c16="http://schemas.microsoft.com/office/drawing/2014/chart" uri="{C3380CC4-5D6E-409C-BE32-E72D297353CC}">
              <c16:uniqueId val="{00000003-3D22-4560-8361-CDCCF01A4CC0}"/>
            </c:ext>
          </c:extLst>
        </c:ser>
        <c:ser>
          <c:idx val="4"/>
          <c:order val="4"/>
          <c:tx>
            <c:strRef>
              <c:f>'PIVOT ANALYSIS'!$T$23:$T$24</c:f>
              <c:strCache>
                <c:ptCount val="1"/>
                <c:pt idx="0">
                  <c:v>4</c:v>
                </c:pt>
              </c:strCache>
            </c:strRef>
          </c:tx>
          <c:spPr>
            <a:pattFill prst="narHorz">
              <a:fgClr>
                <a:schemeClr val="accent4">
                  <a:lumMod val="60000"/>
                </a:schemeClr>
              </a:fgClr>
              <a:bgClr>
                <a:schemeClr val="accent4">
                  <a:lumMod val="60000"/>
                  <a:lumMod val="20000"/>
                  <a:lumOff val="80000"/>
                </a:schemeClr>
              </a:bgClr>
            </a:pattFill>
            <a:ln>
              <a:noFill/>
            </a:ln>
            <a:effectLst>
              <a:innerShdw blurRad="114300">
                <a:schemeClr val="accent4">
                  <a:lumMod val="60000"/>
                </a:schemeClr>
              </a:innerShdw>
            </a:effectLst>
          </c:spPr>
          <c:invertIfNegative val="0"/>
          <c:cat>
            <c:strRef>
              <c:f>'PIVOT ANALYSIS'!$O$25:$O$26</c:f>
              <c:strCache>
                <c:ptCount val="2"/>
                <c:pt idx="0">
                  <c:v>Sum of Casually Enq Cust</c:v>
                </c:pt>
                <c:pt idx="1">
                  <c:v>Sum of Registered Cust</c:v>
                </c:pt>
              </c:strCache>
            </c:strRef>
          </c:cat>
          <c:val>
            <c:numRef>
              <c:f>'PIVOT ANALYSIS'!$T$25:$T$26</c:f>
              <c:numCache>
                <c:formatCode>General</c:formatCode>
                <c:ptCount val="2"/>
                <c:pt idx="0">
                  <c:v>108</c:v>
                </c:pt>
                <c:pt idx="1">
                  <c:v>2980</c:v>
                </c:pt>
              </c:numCache>
            </c:numRef>
          </c:val>
          <c:extLst>
            <c:ext xmlns:c16="http://schemas.microsoft.com/office/drawing/2014/chart" uri="{C3380CC4-5D6E-409C-BE32-E72D297353CC}">
              <c16:uniqueId val="{00000004-3D22-4560-8361-CDCCF01A4CC0}"/>
            </c:ext>
          </c:extLst>
        </c:ser>
        <c:ser>
          <c:idx val="5"/>
          <c:order val="5"/>
          <c:tx>
            <c:strRef>
              <c:f>'PIVOT ANALYSIS'!$U$23:$U$24</c:f>
              <c:strCache>
                <c:ptCount val="1"/>
                <c:pt idx="0">
                  <c:v>5</c:v>
                </c:pt>
              </c:strCache>
            </c:strRef>
          </c:tx>
          <c:spPr>
            <a:pattFill prst="narHorz">
              <a:fgClr>
                <a:schemeClr val="accent6">
                  <a:lumMod val="60000"/>
                </a:schemeClr>
              </a:fgClr>
              <a:bgClr>
                <a:schemeClr val="accent6">
                  <a:lumMod val="60000"/>
                  <a:lumMod val="20000"/>
                  <a:lumOff val="80000"/>
                </a:schemeClr>
              </a:bgClr>
            </a:pattFill>
            <a:ln>
              <a:noFill/>
            </a:ln>
            <a:effectLst>
              <a:innerShdw blurRad="114300">
                <a:schemeClr val="accent6">
                  <a:lumMod val="60000"/>
                </a:schemeClr>
              </a:innerShdw>
            </a:effectLst>
          </c:spPr>
          <c:invertIfNegative val="0"/>
          <c:cat>
            <c:strRef>
              <c:f>'PIVOT ANALYSIS'!$O$25:$O$26</c:f>
              <c:strCache>
                <c:ptCount val="2"/>
                <c:pt idx="0">
                  <c:v>Sum of Casually Enq Cust</c:v>
                </c:pt>
                <c:pt idx="1">
                  <c:v>Sum of Registered Cust</c:v>
                </c:pt>
              </c:strCache>
            </c:strRef>
          </c:cat>
          <c:val>
            <c:numRef>
              <c:f>'PIVOT ANALYSIS'!$U$25:$U$26</c:f>
              <c:numCache>
                <c:formatCode>General</c:formatCode>
                <c:ptCount val="2"/>
                <c:pt idx="0">
                  <c:v>237</c:v>
                </c:pt>
                <c:pt idx="1">
                  <c:v>3217</c:v>
                </c:pt>
              </c:numCache>
            </c:numRef>
          </c:val>
          <c:extLst>
            <c:ext xmlns:c16="http://schemas.microsoft.com/office/drawing/2014/chart" uri="{C3380CC4-5D6E-409C-BE32-E72D297353CC}">
              <c16:uniqueId val="{00000005-3D22-4560-8361-CDCCF01A4CC0}"/>
            </c:ext>
          </c:extLst>
        </c:ser>
        <c:ser>
          <c:idx val="6"/>
          <c:order val="6"/>
          <c:tx>
            <c:strRef>
              <c:f>'PIVOT ANALYSIS'!$V$23:$V$24</c:f>
              <c:strCache>
                <c:ptCount val="1"/>
                <c:pt idx="0">
                  <c:v>6</c:v>
                </c:pt>
              </c:strCache>
            </c:strRef>
          </c:tx>
          <c:spPr>
            <a:pattFill prst="narHorz">
              <a:fgClr>
                <a:schemeClr val="accent2">
                  <a:lumMod val="80000"/>
                  <a:lumOff val="20000"/>
                </a:schemeClr>
              </a:fgClr>
              <a:bgClr>
                <a:schemeClr val="accent2">
                  <a:lumMod val="80000"/>
                  <a:lumOff val="20000"/>
                  <a:lumMod val="20000"/>
                  <a:lumOff val="80000"/>
                </a:schemeClr>
              </a:bgClr>
            </a:pattFill>
            <a:ln>
              <a:noFill/>
            </a:ln>
            <a:effectLst>
              <a:innerShdw blurRad="114300">
                <a:schemeClr val="accent2">
                  <a:lumMod val="80000"/>
                  <a:lumOff val="20000"/>
                </a:schemeClr>
              </a:innerShdw>
            </a:effectLst>
          </c:spPr>
          <c:invertIfNegative val="0"/>
          <c:trendline>
            <c:spPr>
              <a:ln w="19050" cap="rnd">
                <a:solidFill>
                  <a:schemeClr val="accent2">
                    <a:lumMod val="80000"/>
                    <a:lumOff val="20000"/>
                  </a:schemeClr>
                </a:solidFill>
              </a:ln>
              <a:effectLst/>
            </c:spPr>
            <c:trendlineType val="linear"/>
            <c:dispRSqr val="0"/>
            <c:dispEq val="0"/>
          </c:trendline>
          <c:cat>
            <c:strRef>
              <c:f>'PIVOT ANALYSIS'!$O$25:$O$26</c:f>
              <c:strCache>
                <c:ptCount val="2"/>
                <c:pt idx="0">
                  <c:v>Sum of Casually Enq Cust</c:v>
                </c:pt>
                <c:pt idx="1">
                  <c:v>Sum of Registered Cust</c:v>
                </c:pt>
              </c:strCache>
            </c:strRef>
          </c:cat>
          <c:val>
            <c:numRef>
              <c:f>'PIVOT ANALYSIS'!$V$25:$V$26</c:f>
              <c:numCache>
                <c:formatCode>General</c:formatCode>
                <c:ptCount val="2"/>
                <c:pt idx="0">
                  <c:v>388</c:v>
                </c:pt>
                <c:pt idx="1">
                  <c:v>2089</c:v>
                </c:pt>
              </c:numCache>
            </c:numRef>
          </c:val>
          <c:extLst>
            <c:ext xmlns:c16="http://schemas.microsoft.com/office/drawing/2014/chart" uri="{C3380CC4-5D6E-409C-BE32-E72D297353CC}">
              <c16:uniqueId val="{00000007-3D22-4560-8361-CDCCF01A4CC0}"/>
            </c:ext>
          </c:extLst>
        </c:ser>
        <c:dLbls>
          <c:showLegendKey val="0"/>
          <c:showVal val="0"/>
          <c:showCatName val="0"/>
          <c:showSerName val="0"/>
          <c:showPercent val="0"/>
          <c:showBubbleSize val="0"/>
        </c:dLbls>
        <c:gapWidth val="247"/>
        <c:axId val="2027602479"/>
        <c:axId val="2029036687"/>
      </c:barChart>
      <c:catAx>
        <c:axId val="2027602479"/>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en-US"/>
          </a:p>
        </c:txPr>
        <c:crossAx val="2029036687"/>
        <c:crosses val="autoZero"/>
        <c:auto val="1"/>
        <c:lblAlgn val="ctr"/>
        <c:lblOffset val="100"/>
        <c:noMultiLvlLbl val="0"/>
      </c:catAx>
      <c:valAx>
        <c:axId val="2029036687"/>
        <c:scaling>
          <c:orientation val="minMax"/>
        </c:scaling>
        <c:delete val="0"/>
        <c:axPos val="l"/>
        <c:majorGridlines>
          <c:spPr>
            <a:ln>
              <a:solidFill>
                <a:schemeClr val="tx1">
                  <a:lumMod val="15000"/>
                  <a:lumOff val="85000"/>
                </a:schemeClr>
              </a:solidFill>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en-US"/>
          </a:p>
        </c:txPr>
        <c:crossAx val="2027602479"/>
        <c:crosses val="autoZero"/>
        <c:crossBetween val="between"/>
      </c:valAx>
      <c:spPr>
        <a:noFill/>
        <a:ln>
          <a:noFill/>
        </a:ln>
        <a:effectLst/>
      </c:spPr>
    </c:plotArea>
    <c:legend>
      <c:legendPos val="r"/>
      <c:layout>
        <c:manualLayout>
          <c:xMode val="edge"/>
          <c:yMode val="edge"/>
          <c:x val="0.8093978468966786"/>
          <c:y val="0.31844239054877876"/>
          <c:w val="0.17989879221546518"/>
          <c:h val="0.4336351682306519"/>
        </c:manualLayout>
      </c:layout>
      <c:overlay val="0"/>
      <c:spPr>
        <a:noFill/>
        <a:ln>
          <a:noFill/>
        </a:ln>
        <a:effectLst/>
      </c:spPr>
      <c:txPr>
        <a:bodyPr rot="0" spcFirstLastPara="1" vertOverflow="ellipsis" vert="horz" wrap="square" anchor="ctr" anchorCtr="1"/>
        <a:lstStyle/>
        <a:p>
          <a:pPr>
            <a:defRPr sz="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a:gsLst>
        <a:gs pos="0">
          <a:srgbClr val="FFC00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[BIKE SHARING DEMAND ANALYSIS.xlsx]PIVOT ANALYSIS!PivotTable6</c:name>
    <c:fmtId val="7"/>
  </c:pivotSource>
  <c:chart>
    <c:title>
      <c:tx>
        <c:rich>
          <a:bodyPr rot="0" spcFirstLastPara="1" vertOverflow="ellipsis" vert="horz" wrap="square" anchor="ctr" anchorCtr="1"/>
          <a:lstStyle/>
          <a:p>
            <a:pPr>
              <a:defRPr sz="800" b="1" i="0" u="none" strike="noStrike" kern="1200" spc="0" baseline="0">
                <a:solidFill>
                  <a:schemeClr val="tx1"/>
                </a:solidFill>
                <a:latin typeface="+mn-lt"/>
                <a:ea typeface="+mn-ea"/>
                <a:cs typeface="+mn-cs"/>
              </a:defRPr>
            </a:pPr>
            <a:r>
              <a:rPr lang="en-US" sz="800" b="1">
                <a:solidFill>
                  <a:schemeClr val="tx1"/>
                </a:solidFill>
              </a:rPr>
              <a:t>Customers Enquired according to each weather</a:t>
            </a:r>
          </a:p>
        </c:rich>
      </c:tx>
      <c:overlay val="0"/>
      <c:spPr>
        <a:solidFill>
          <a:schemeClr val="accent2">
            <a:lumMod val="50000"/>
          </a:schemeClr>
        </a:solidFill>
        <a:ln>
          <a:gradFill>
            <a:gsLst>
              <a:gs pos="9768">
                <a:schemeClr val="accent2">
                  <a:lumMod val="60000"/>
                  <a:lumOff val="40000"/>
                </a:schemeClr>
              </a:gs>
              <a:gs pos="0">
                <a:schemeClr val="accent2">
                  <a:lumMod val="60000"/>
                  <a:lumOff val="4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c:spPr>
      <c:txPr>
        <a:bodyPr rot="0" spcFirstLastPara="1" vertOverflow="ellipsis" vert="horz" wrap="square" anchor="ctr" anchorCtr="1"/>
        <a:lstStyle/>
        <a:p>
          <a:pPr>
            <a:defRPr sz="800" b="1" i="0" u="none" strike="noStrike" kern="1200" spc="0" baseline="0">
              <a:solidFill>
                <a:schemeClr val="tx1"/>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5400">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5400">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5400">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5400">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5400">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5400">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area3DChart>
        <c:grouping val="standard"/>
        <c:varyColors val="0"/>
        <c:ser>
          <c:idx val="0"/>
          <c:order val="0"/>
          <c:tx>
            <c:strRef>
              <c:f>'PIVOT ANALYSIS'!$S$32</c:f>
              <c:strCache>
                <c:ptCount val="1"/>
                <c:pt idx="0">
                  <c:v>Sum of Weekday</c:v>
                </c:pt>
              </c:strCache>
            </c:strRef>
          </c:tx>
          <c:spPr>
            <a:solidFill>
              <a:schemeClr val="accent1"/>
            </a:solidFill>
            <a:ln>
              <a:noFill/>
            </a:ln>
            <a:effectLst/>
            <a:sp3d/>
          </c:spPr>
          <c:cat>
            <c:strRef>
              <c:f>'PIVOT ANALYSIS'!$R$33:$R$37</c:f>
              <c:strCache>
                <c:ptCount val="4"/>
                <c:pt idx="0">
                  <c:v>1</c:v>
                </c:pt>
                <c:pt idx="1">
                  <c:v>2</c:v>
                </c:pt>
                <c:pt idx="2">
                  <c:v>3</c:v>
                </c:pt>
                <c:pt idx="3">
                  <c:v>4</c:v>
                </c:pt>
              </c:strCache>
            </c:strRef>
          </c:cat>
          <c:val>
            <c:numRef>
              <c:f>'PIVOT ANALYSIS'!$S$33:$S$37</c:f>
              <c:numCache>
                <c:formatCode>General</c:formatCode>
                <c:ptCount val="4"/>
                <c:pt idx="0">
                  <c:v>1764</c:v>
                </c:pt>
                <c:pt idx="1">
                  <c:v>926</c:v>
                </c:pt>
                <c:pt idx="2">
                  <c:v>289</c:v>
                </c:pt>
                <c:pt idx="3">
                  <c:v>3</c:v>
                </c:pt>
              </c:numCache>
            </c:numRef>
          </c:val>
          <c:extLst>
            <c:ext xmlns:c16="http://schemas.microsoft.com/office/drawing/2014/chart" uri="{C3380CC4-5D6E-409C-BE32-E72D297353CC}">
              <c16:uniqueId val="{00000000-F18F-4B8F-A4C3-470B0EA43AF9}"/>
            </c:ext>
          </c:extLst>
        </c:ser>
        <c:ser>
          <c:idx val="1"/>
          <c:order val="1"/>
          <c:tx>
            <c:strRef>
              <c:f>'PIVOT ANALYSIS'!$T$32</c:f>
              <c:strCache>
                <c:ptCount val="1"/>
                <c:pt idx="0">
                  <c:v>Sum of Casually Enq Cust</c:v>
                </c:pt>
              </c:strCache>
            </c:strRef>
          </c:tx>
          <c:spPr>
            <a:solidFill>
              <a:schemeClr val="accent2"/>
            </a:solidFill>
            <a:ln>
              <a:noFill/>
            </a:ln>
            <a:effectLst/>
            <a:sp3d/>
          </c:spPr>
          <c:cat>
            <c:strRef>
              <c:f>'PIVOT ANALYSIS'!$R$33:$R$37</c:f>
              <c:strCache>
                <c:ptCount val="4"/>
                <c:pt idx="0">
                  <c:v>1</c:v>
                </c:pt>
                <c:pt idx="1">
                  <c:v>2</c:v>
                </c:pt>
                <c:pt idx="2">
                  <c:v>3</c:v>
                </c:pt>
                <c:pt idx="3">
                  <c:v>4</c:v>
                </c:pt>
              </c:strCache>
            </c:strRef>
          </c:cat>
          <c:val>
            <c:numRef>
              <c:f>'PIVOT ANALYSIS'!$T$33:$T$37</c:f>
              <c:numCache>
                <c:formatCode>General</c:formatCode>
                <c:ptCount val="4"/>
                <c:pt idx="0">
                  <c:v>3211</c:v>
                </c:pt>
                <c:pt idx="1">
                  <c:v>1538</c:v>
                </c:pt>
                <c:pt idx="2">
                  <c:v>171</c:v>
                </c:pt>
                <c:pt idx="3">
                  <c:v>1</c:v>
                </c:pt>
              </c:numCache>
            </c:numRef>
          </c:val>
          <c:extLst>
            <c:ext xmlns:c16="http://schemas.microsoft.com/office/drawing/2014/chart" uri="{C3380CC4-5D6E-409C-BE32-E72D297353CC}">
              <c16:uniqueId val="{00000001-F18F-4B8F-A4C3-470B0EA43AF9}"/>
            </c:ext>
          </c:extLst>
        </c:ser>
        <c:ser>
          <c:idx val="2"/>
          <c:order val="2"/>
          <c:tx>
            <c:strRef>
              <c:f>'PIVOT ANALYSIS'!$U$32</c:f>
              <c:strCache>
                <c:ptCount val="1"/>
                <c:pt idx="0">
                  <c:v>Sum of Registered Cust</c:v>
                </c:pt>
              </c:strCache>
            </c:strRef>
          </c:tx>
          <c:spPr>
            <a:solidFill>
              <a:schemeClr val="accent3"/>
            </a:solidFill>
            <a:ln w="25400">
              <a:noFill/>
            </a:ln>
            <a:effectLst/>
            <a:sp3d/>
          </c:spPr>
          <c:cat>
            <c:strRef>
              <c:f>'PIVOT ANALYSIS'!$R$33:$R$37</c:f>
              <c:strCache>
                <c:ptCount val="4"/>
                <c:pt idx="0">
                  <c:v>1</c:v>
                </c:pt>
                <c:pt idx="1">
                  <c:v>2</c:v>
                </c:pt>
                <c:pt idx="2">
                  <c:v>3</c:v>
                </c:pt>
                <c:pt idx="3">
                  <c:v>4</c:v>
                </c:pt>
              </c:strCache>
            </c:strRef>
          </c:cat>
          <c:val>
            <c:numRef>
              <c:f>'PIVOT ANALYSIS'!$U$33:$U$37</c:f>
              <c:numCache>
                <c:formatCode>General</c:formatCode>
                <c:ptCount val="4"/>
                <c:pt idx="0">
                  <c:v>34162</c:v>
                </c:pt>
                <c:pt idx="1">
                  <c:v>16568</c:v>
                </c:pt>
                <c:pt idx="2">
                  <c:v>2618</c:v>
                </c:pt>
                <c:pt idx="3">
                  <c:v>35</c:v>
                </c:pt>
              </c:numCache>
            </c:numRef>
          </c:val>
          <c:extLst>
            <c:ext xmlns:c16="http://schemas.microsoft.com/office/drawing/2014/chart" uri="{C3380CC4-5D6E-409C-BE32-E72D297353CC}">
              <c16:uniqueId val="{00000002-F18F-4B8F-A4C3-470B0EA43AF9}"/>
            </c:ext>
          </c:extLst>
        </c:ser>
        <c:dLbls>
          <c:showLegendKey val="0"/>
          <c:showVal val="0"/>
          <c:showCatName val="0"/>
          <c:showSerName val="0"/>
          <c:showPercent val="0"/>
          <c:showBubbleSize val="0"/>
        </c:dLbls>
        <c:axId val="2039885471"/>
        <c:axId val="876646255"/>
        <c:axId val="2110738912"/>
      </c:area3DChart>
      <c:catAx>
        <c:axId val="2039885471"/>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r>
                  <a:rPr lang="en-US">
                    <a:solidFill>
                      <a:schemeClr val="tx1"/>
                    </a:solidFill>
                  </a:rPr>
                  <a:t>Weather</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876646255"/>
        <c:crosses val="autoZero"/>
        <c:auto val="1"/>
        <c:lblAlgn val="ctr"/>
        <c:lblOffset val="100"/>
        <c:noMultiLvlLbl val="0"/>
      </c:catAx>
      <c:valAx>
        <c:axId val="876646255"/>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solidFill>
                    <a:latin typeface="+mn-lt"/>
                    <a:ea typeface="+mn-ea"/>
                    <a:cs typeface="+mn-cs"/>
                  </a:defRPr>
                </a:pPr>
                <a:r>
                  <a:rPr lang="en-US">
                    <a:solidFill>
                      <a:schemeClr val="tx1"/>
                    </a:solidFill>
                  </a:rPr>
                  <a:t>Customers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2039885471"/>
        <c:crosses val="autoZero"/>
        <c:crossBetween val="midCat"/>
      </c:valAx>
      <c:serAx>
        <c:axId val="2110738912"/>
        <c:scaling>
          <c:orientation val="minMax"/>
        </c:scaling>
        <c:delete val="0"/>
        <c:axPos val="b"/>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876646255"/>
        <c:crosses val="autoZero"/>
      </c:ser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2">
        <a:lumMod val="40000"/>
        <a:lumOff val="60000"/>
      </a:schemeClr>
    </a:solidFill>
    <a:ln w="9525" cap="flat" cmpd="sng" algn="ctr">
      <a:solidFill>
        <a:schemeClr val="accent2">
          <a:lumMod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'Final Data set'!$I$2:$J$1001</cx:f>
        <cx:lvl ptCount="43">
          <cx:pt idx="0">0.46</cx:pt>
          <cx:pt idx="1">0.22</cx:pt>
          <cx:pt idx="2">0.18</cx:pt>
          <cx:pt idx="3">0.2</cx:pt>
          <cx:pt idx="4">0.2</cx:pt>
          <cx:pt idx="5">0.2</cx:pt>
          <cx:pt idx="6">0.18</cx:pt>
          <cx:pt idx="7">0.1</cx:pt>
          <cx:pt idx="8">0.12</cx:pt>
          <cx:pt idx="9">0.14</cx:pt>
          <cx:pt idx="10">0.16</cx:pt>
          <cx:pt idx="11">0.14</cx:pt>
          <cx:pt idx="12">0.12</cx:pt>
          <cx:pt idx="13">0.18</cx:pt>
          <cx:pt idx="14">0.3</cx:pt>
          <cx:pt idx="15">0.2</cx:pt>
          <cx:pt idx="16">0.16</cx:pt>
          <cx:pt idx="17">0.22</cx:pt>
          <cx:pt idx="18">0.3</cx:pt>
          <cx:pt idx="19">0.24</cx:pt>
          <cx:pt idx="20">0.06</cx:pt>
          <cx:pt idx="21">0.04</cx:pt>
          <cx:pt idx="22">0.06</cx:pt>
          <cx:pt idx="23">0.16</cx:pt>
          <cx:pt idx="24">0.22</cx:pt>
          <cx:pt idx="25">0.18</cx:pt>
          <cx:pt idx="26">0.16</cx:pt>
          <cx:pt idx="27">0.24</cx:pt>
          <cx:pt idx="28">0.16</cx:pt>
          <cx:pt idx="29">0.2</cx:pt>
          <cx:pt idx="30">0.2</cx:pt>
          <cx:pt idx="31">0.2</cx:pt>
          <cx:pt idx="32">0.24</cx:pt>
          <cx:pt idx="33">0.26</cx:pt>
          <cx:pt idx="34">0.24</cx:pt>
          <cx:pt idx="35">0.3</cx:pt>
          <cx:pt idx="36">0.12</cx:pt>
          <cx:pt idx="37">0.16</cx:pt>
          <cx:pt idx="38">0.12</cx:pt>
          <cx:pt idx="39">0.18</cx:pt>
          <cx:pt idx="40">0.22</cx:pt>
          <cx:pt idx="41">0.4</cx:pt>
          <cx:pt idx="42">0.24</cx:pt>
        </cx:lvl>
        <cx:lvl ptCount="43">
          <cx:pt idx="0">2</cx:pt>
          <cx:pt idx="1">1</cx:pt>
          <cx:pt idx="2">1</cx:pt>
          <cx:pt idx="3">1</cx:pt>
          <cx:pt idx="4">1</cx:pt>
          <cx:pt idx="5">2</cx:pt>
          <cx:pt idx="6">2</cx:pt>
          <cx:pt idx="7">1</cx:pt>
          <cx:pt idx="8">1</cx:pt>
          <cx:pt idx="9">1</cx:pt>
          <cx:pt idx="10">3</cx:pt>
          <cx:pt idx="11">1</cx:pt>
          <cx:pt idx="12">1</cx:pt>
          <cx:pt idx="13">2</cx:pt>
          <cx:pt idx="14">1</cx:pt>
          <cx:pt idx="15">2</cx:pt>
          <cx:pt idx="16">3</cx:pt>
          <cx:pt idx="17">2</cx:pt>
          <cx:pt idx="18">1</cx:pt>
          <cx:pt idx="19">2</cx:pt>
          <cx:pt idx="20">1</cx:pt>
          <cx:pt idx="21">1</cx:pt>
          <cx:pt idx="22">1</cx:pt>
          <cx:pt idx="23">2</cx:pt>
          <cx:pt idx="24">2</cx:pt>
          <cx:pt idx="25">1</cx:pt>
          <cx:pt idx="26">1</cx:pt>
          <cx:pt idx="27">2</cx:pt>
          <cx:pt idx="28">2</cx:pt>
          <cx:pt idx="29">3</cx:pt>
          <cx:pt idx="30">1</cx:pt>
          <cx:pt idx="31">1</cx:pt>
          <cx:pt idx="32">2</cx:pt>
          <cx:pt idx="33">1</cx:pt>
          <cx:pt idx="34">1</cx:pt>
          <cx:pt idx="35">2</cx:pt>
          <cx:pt idx="36">1</cx:pt>
          <cx:pt idx="37">3</cx:pt>
          <cx:pt idx="38">1</cx:pt>
          <cx:pt idx="39">1</cx:pt>
          <cx:pt idx="40">1</cx:pt>
          <cx:pt idx="41">1</cx:pt>
          <cx:pt idx="42">1</cx:pt>
        </cx:lvl>
      </cx:strDim>
      <cx:numDim type="val">
        <cx:f>'Final Data set'!$K$2:$K$1001</cx:f>
        <cx:lvl ptCount="43" formatCode="General">
          <cx:pt idx="0">0.40000000000000002</cx:pt>
          <cx:pt idx="1">0.2273</cx:pt>
          <cx:pt idx="2">0.21210000000000001</cx:pt>
          <cx:pt idx="3">0.2273</cx:pt>
          <cx:pt idx="4">0.2576</cx:pt>
          <cx:pt idx="5">0.19700000000000001</cx:pt>
          <cx:pt idx="6">0.19700000000000001</cx:pt>
          <cx:pt idx="7">0.060600000000000001</cx:pt>
          <cx:pt idx="8">0.13639999999999999</cx:pt>
          <cx:pt idx="9">0.1515</cx:pt>
          <cx:pt idx="10">0.19700000000000001</cx:pt>
          <cx:pt idx="11">0.1061</cx:pt>
          <cx:pt idx="12">0.13639999999999999</cx:pt>
          <cx:pt idx="13">0.2424</cx:pt>
          <cx:pt idx="14">0.28789999999999999</cx:pt>
          <cx:pt idx="15">0.2273</cx:pt>
          <cx:pt idx="16">0.13639999999999999</cx:pt>
          <cx:pt idx="17">0.2727</cx:pt>
          <cx:pt idx="18">0.2727</cx:pt>
          <cx:pt idx="19">0.21210000000000001</cx:pt>
          <cx:pt idx="20">0.045499999999999999</cx:pt>
          <cx:pt idx="21">0.075800000000000006</cx:pt>
          <cx:pt idx="22">0.060600000000000001</cx:pt>
          <cx:pt idx="23">0.1515</cx:pt>
          <cx:pt idx="24">0.2273</cx:pt>
          <cx:pt idx="25">0.19700000000000001</cx:pt>
          <cx:pt idx="26">0.19700000000000001</cx:pt>
          <cx:pt idx="27">0.21210000000000001</cx:pt>
          <cx:pt idx="28">0.19700000000000001</cx:pt>
          <cx:pt idx="29">0.19700000000000001</cx:pt>
          <cx:pt idx="30">0.16669999999999999</cx:pt>
          <cx:pt idx="31">0.2273</cx:pt>
          <cx:pt idx="32">0.2424</cx:pt>
          <cx:pt idx="33">0.2576</cx:pt>
          <cx:pt idx="34">0.28789999999999999</cx:pt>
          <cx:pt idx="35">0.33329999999999999</cx:pt>
          <cx:pt idx="36">0.1061</cx:pt>
          <cx:pt idx="37">0.1515</cx:pt>
          <cx:pt idx="38">0.1515</cx:pt>
          <cx:pt idx="39">0.2424</cx:pt>
          <cx:pt idx="40">0.2273</cx:pt>
          <cx:pt idx="41">0.40910000000000002</cx:pt>
          <cx:pt idx="42">0.2273</cx:pt>
        </cx:lvl>
      </cx:numDim>
    </cx:data>
  </cx:chartData>
  <cx:chart>
    <cx:plotArea>
      <cx:plotAreaRegion>
        <cx:series layoutId="clusteredColumn" uniqueId="{E9E642D4-79BD-462B-A6E6-2AE5D25FF0DC}">
          <cx:tx>
            <cx:txData>
              <cx:f>'Final Data set'!$K$1</cx:f>
              <cx:v>Assume Temperature</cx:v>
            </cx:txData>
          </cx:tx>
          <cx:dataLabels>
            <cx:visibility seriesName="0" categoryName="0" value="1"/>
          </cx:dataLabels>
          <cx:dataId val="0"/>
          <cx:layoutPr>
            <cx:aggregation/>
          </cx:layoutPr>
          <cx:axisId val="1"/>
        </cx:series>
        <cx:series layoutId="paretoLine" ownerIdx="0" uniqueId="{BA98337C-EFB9-4455-885A-103A1DD99C1B}">
          <cx:axisId val="2"/>
        </cx:series>
      </cx:plotAreaRegion>
      <cx:axis id="0">
        <cx:catScaling gapWidth="0"/>
        <cx:tickLabels/>
      </cx:axis>
      <cx:axis id="1">
        <cx:valScaling/>
        <cx:tickLabels/>
      </cx:axis>
      <cx:axis id="2">
        <cx:valScaling max="1" min="0"/>
        <cx:units unit="percentage"/>
        <cx:tickLabels/>
      </cx:axis>
    </cx:plotArea>
  </cx:chart>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Sheet1!$A$1:$A$1001</cx:f>
        <cx:lvl ptCount="0"/>
      </cx:strDim>
      <cx:numDim type="val">
        <cx:f>Sheet1!$B$2:$B$1001</cx:f>
        <cx:lvl ptCount="0" formatCode="General"/>
      </cx:numDim>
    </cx:data>
    <cx:data id="1">
      <cx:strDim type="cat">
        <cx:f>Sheet1!$A$1:$A$1001</cx:f>
        <cx:lvl ptCount="0"/>
      </cx:strDim>
      <cx:numDim type="val">
        <cx:f>Sheet1!$C$2:$C$1001</cx:f>
        <cx:lvl ptCount="0" formatCode="General"/>
      </cx:numDim>
    </cx:data>
    <cx:data id="2">
      <cx:strDim type="cat">
        <cx:f>Sheet1!$A$1:$A$1001</cx:f>
        <cx:lvl ptCount="0"/>
      </cx:strDim>
      <cx:numDim type="val">
        <cx:f>Sheet1!$D$2:$D$1001</cx:f>
        <cx:lvl ptCount="0" formatCode="General"/>
      </cx:numDim>
    </cx:data>
  </cx:chartData>
  <cx:chart>
    <cx:plotArea>
      <cx:plotAreaRegion>
        <cx:series layoutId="boxWhisker" uniqueId="{00000001-78E3-4A96-ACCE-EB4432CEDDC1}" formatIdx="1">
          <cx:tx>
            <cx:txData>
              <cx:f>Sheet1!$B$1</cx:f>
              <cx:v>Casual Customers</cx:v>
            </cx:txData>
          </cx:tx>
          <cx:dataId val="0"/>
          <cx:layoutPr>
            <cx:visibility meanLine="1" meanMarker="1" nonoutliers="0" outliers="1"/>
            <cx:statistics quartileMethod="exclusive"/>
          </cx:layoutPr>
        </cx:series>
        <cx:series layoutId="boxWhisker" uniqueId="{00000002-78E3-4A96-ACCE-EB4432CEDDC1}" formatIdx="2">
          <cx:tx>
            <cx:txData>
              <cx:f>Sheet1!$C$1</cx:f>
              <cx:v>Registered Customers</cx:v>
            </cx:txData>
          </cx:tx>
          <cx:dataId val="1"/>
          <cx:layoutPr>
            <cx:visibility meanLine="1" meanMarker="1" nonoutliers="1" outliers="1"/>
            <cx:statistics quartileMethod="exclusive"/>
          </cx:layoutPr>
        </cx:series>
        <cx:series layoutId="boxWhisker" uniqueId="{00000003-78E3-4A96-ACCE-EB4432CEDDC1}" formatIdx="3">
          <cx:tx>
            <cx:txData>
              <cx:f>Sheet1!$D$1</cx:f>
              <cx:v>Total Count of Customers</cx:v>
            </cx:txData>
          </cx:tx>
          <cx:spPr>
            <a:ln>
              <a:solidFill>
                <a:schemeClr val="accent1">
                  <a:lumMod val="75000"/>
                </a:schemeClr>
              </a:solidFill>
            </a:ln>
          </cx:spPr>
          <cx:dataId val="2"/>
          <cx:layoutPr>
            <cx:visibility meanLine="1" meanMarker="1" nonoutliers="1" outliers="1"/>
            <cx:statistics quartileMethod="exclusive"/>
          </cx:layoutPr>
        </cx:series>
      </cx:plotAreaRegion>
      <cx:axis id="0">
        <cx:catScaling gapWidth="2.5"/>
        <cx:tickLabels/>
      </cx:axis>
      <cx:axis id="1">
        <cx:valScaling/>
        <cx:tickLabels/>
      </cx:axis>
    </cx:plotArea>
    <cx:legend pos="b" align="ctr" overlay="0">
      <cx:txPr>
        <a:bodyPr spcFirstLastPara="1" vertOverflow="ellipsis" horzOverflow="overflow" wrap="square" lIns="0" tIns="0" rIns="0" bIns="0" anchor="ctr" anchorCtr="1"/>
        <a:lstStyle/>
        <a:p>
          <a:pPr algn="ctr" rtl="0">
            <a:defRPr sz="600"/>
          </a:pPr>
          <a:endParaRPr lang="en-US" sz="600" b="0" i="0" u="none" strike="noStrike" baseline="0">
            <a:solidFill>
              <a:prstClr val="white">
                <a:lumMod val="95000"/>
              </a:prstClr>
            </a:solidFill>
            <a:latin typeface="Century Gothic" panose="020B0502020202020204"/>
          </a:endParaRPr>
        </a:p>
      </cx:txPr>
    </cx:legend>
  </cx:chart>
  <cx:spPr>
    <a:noFill/>
  </cx:spPr>
</cx:chartSpace>
</file>

<file path=ppt/charts/chartEx3.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Sheet1!$A$1:$A$1001</cx:f>
        <cx:lvl ptCount="1001">
          <cx:pt idx="0">Weather Sit</cx:pt>
          <cx:pt idx="1">1</cx:pt>
          <cx:pt idx="2">1</cx:pt>
          <cx:pt idx="3">1</cx:pt>
          <cx:pt idx="4">1</cx:pt>
          <cx:pt idx="5">1</cx:pt>
          <cx:pt idx="6">2</cx:pt>
          <cx:pt idx="7">1</cx:pt>
          <cx:pt idx="8">1</cx:pt>
          <cx:pt idx="9">1</cx:pt>
          <cx:pt idx="10">1</cx:pt>
          <cx:pt idx="11">1</cx:pt>
          <cx:pt idx="12">1</cx:pt>
          <cx:pt idx="13">1</cx:pt>
          <cx:pt idx="14">2</cx:pt>
          <cx:pt idx="15">2</cx:pt>
          <cx:pt idx="16">2</cx:pt>
          <cx:pt idx="17">2</cx:pt>
          <cx:pt idx="18">2</cx:pt>
          <cx:pt idx="19">3</cx:pt>
          <cx:pt idx="20">3</cx:pt>
          <cx:pt idx="21">2</cx:pt>
          <cx:pt idx="22">2</cx:pt>
          <cx:pt idx="23">2</cx:pt>
          <cx:pt idx="24">2</cx:pt>
          <cx:pt idx="25">2</cx:pt>
          <cx:pt idx="26">2</cx:pt>
          <cx:pt idx="27">2</cx:pt>
          <cx:pt idx="28">2</cx:pt>
          <cx:pt idx="29">2</cx:pt>
          <cx:pt idx="30">3</cx:pt>
          <cx:pt idx="31">2</cx:pt>
          <cx:pt idx="32">3</cx:pt>
          <cx:pt idx="33">2</cx:pt>
          <cx:pt idx="34">2</cx:pt>
          <cx:pt idx="35">2</cx:pt>
          <cx:pt idx="36">2</cx:pt>
          <cx:pt idx="37">2</cx:pt>
          <cx:pt idx="38">3</cx:pt>
          <cx:pt idx="39">3</cx:pt>
          <cx:pt idx="40">3</cx:pt>
          <cx:pt idx="41">1</cx:pt>
          <cx:pt idx="42">2</cx:pt>
          <cx:pt idx="43">1</cx:pt>
          <cx:pt idx="44">1</cx:pt>
          <cx:pt idx="45">1</cx:pt>
          <cx:pt idx="46">1</cx:pt>
          <cx:pt idx="47">1</cx:pt>
          <cx:pt idx="48">1</cx:pt>
          <cx:pt idx="49">1</cx:pt>
          <cx:pt idx="50">1</cx:pt>
          <cx:pt idx="51">1</cx:pt>
          <cx:pt idx="52">1</cx:pt>
          <cx:pt idx="53">1</cx:pt>
          <cx:pt idx="54">1</cx:pt>
          <cx:pt idx="55">1</cx:pt>
          <cx:pt idx="56">1</cx:pt>
          <cx:pt idx="57">1</cx:pt>
          <cx:pt idx="58">1</cx:pt>
          <cx:pt idx="59">1</cx:pt>
          <cx:pt idx="60">1</cx:pt>
          <cx:pt idx="61">1</cx:pt>
          <cx:pt idx="62">1</cx:pt>
          <cx:pt idx="63">1</cx:pt>
          <cx:pt idx="64">1</cx:pt>
          <cx:pt idx="65">1</cx:pt>
          <cx:pt idx="66">1</cx:pt>
          <cx:pt idx="67">1</cx:pt>
          <cx:pt idx="68">1</cx:pt>
          <cx:pt idx="69">1</cx:pt>
          <cx:pt idx="70">1</cx:pt>
          <cx:pt idx="71">1</cx:pt>
          <cx:pt idx="72">1</cx:pt>
          <cx:pt idx="73">1</cx:pt>
          <cx:pt idx="74">1</cx:pt>
          <cx:pt idx="75">1</cx:pt>
          <cx:pt idx="76">1</cx:pt>
          <cx:pt idx="77">1</cx:pt>
          <cx:pt idx="78">1</cx:pt>
          <cx:pt idx="79">2</cx:pt>
          <cx:pt idx="80">1</cx:pt>
          <cx:pt idx="81">1</cx:pt>
          <cx:pt idx="82">1</cx:pt>
          <cx:pt idx="83">1</cx:pt>
          <cx:pt idx="84">1</cx:pt>
          <cx:pt idx="85">1</cx:pt>
          <cx:pt idx="86">1</cx:pt>
          <cx:pt idx="87">1</cx:pt>
          <cx:pt idx="88">1</cx:pt>
          <cx:pt idx="89">1</cx:pt>
          <cx:pt idx="90">1</cx:pt>
          <cx:pt idx="91">1</cx:pt>
          <cx:pt idx="92">1</cx:pt>
          <cx:pt idx="93">1</cx:pt>
          <cx:pt idx="94">1</cx:pt>
          <cx:pt idx="95">1</cx:pt>
          <cx:pt idx="96">1</cx:pt>
          <cx:pt idx="97">1</cx:pt>
          <cx:pt idx="98">1</cx:pt>
          <cx:pt idx="99">1</cx:pt>
          <cx:pt idx="100">1</cx:pt>
          <cx:pt idx="101">1</cx:pt>
          <cx:pt idx="102">1</cx:pt>
          <cx:pt idx="103">1</cx:pt>
          <cx:pt idx="104">1</cx:pt>
          <cx:pt idx="105">1</cx:pt>
          <cx:pt idx="106">1</cx:pt>
          <cx:pt idx="107">1</cx:pt>
          <cx:pt idx="108">1</cx:pt>
          <cx:pt idx="109">1</cx:pt>
          <cx:pt idx="110">1</cx:pt>
          <cx:pt idx="111">1</cx:pt>
          <cx:pt idx="112">1</cx:pt>
          <cx:pt idx="113">1</cx:pt>
          <cx:pt idx="114">1</cx:pt>
          <cx:pt idx="115">1</cx:pt>
          <cx:pt idx="116">1</cx:pt>
          <cx:pt idx="117">1</cx:pt>
          <cx:pt idx="118">1</cx:pt>
          <cx:pt idx="119">2</cx:pt>
          <cx:pt idx="120">2</cx:pt>
          <cx:pt idx="121">2</cx:pt>
          <cx:pt idx="122">2</cx:pt>
          <cx:pt idx="123">1</cx:pt>
          <cx:pt idx="124">2</cx:pt>
          <cx:pt idx="125">1</cx:pt>
          <cx:pt idx="126">1</cx:pt>
          <cx:pt idx="127">1</cx:pt>
          <cx:pt idx="128">1</cx:pt>
          <cx:pt idx="129">1</cx:pt>
          <cx:pt idx="130">1</cx:pt>
          <cx:pt idx="131">1</cx:pt>
          <cx:pt idx="132">1</cx:pt>
          <cx:pt idx="133">1</cx:pt>
          <cx:pt idx="134">1</cx:pt>
          <cx:pt idx="135">1</cx:pt>
          <cx:pt idx="136">2</cx:pt>
          <cx:pt idx="137">2</cx:pt>
          <cx:pt idx="138">2</cx:pt>
          <cx:pt idx="139">2</cx:pt>
          <cx:pt idx="140">2</cx:pt>
          <cx:pt idx="141">2</cx:pt>
          <cx:pt idx="142">2</cx:pt>
          <cx:pt idx="143">3</cx:pt>
          <cx:pt idx="144">2</cx:pt>
          <cx:pt idx="145">1</cx:pt>
          <cx:pt idx="146">1</cx:pt>
          <cx:pt idx="147">1</cx:pt>
          <cx:pt idx="148">1</cx:pt>
          <cx:pt idx="149">2</cx:pt>
          <cx:pt idx="150">2</cx:pt>
          <cx:pt idx="151">2</cx:pt>
          <cx:pt idx="152">2</cx:pt>
          <cx:pt idx="153">2</cx:pt>
          <cx:pt idx="154">2</cx:pt>
          <cx:pt idx="155">2</cx:pt>
          <cx:pt idx="156">1</cx:pt>
          <cx:pt idx="157">1</cx:pt>
          <cx:pt idx="158">1</cx:pt>
          <cx:pt idx="159">1</cx:pt>
          <cx:pt idx="160">2</cx:pt>
          <cx:pt idx="161">2</cx:pt>
          <cx:pt idx="162">2</cx:pt>
          <cx:pt idx="163">2</cx:pt>
          <cx:pt idx="164">2</cx:pt>
          <cx:pt idx="165">3</cx:pt>
          <cx:pt idx="166">3</cx:pt>
          <cx:pt idx="167">2</cx:pt>
          <cx:pt idx="168">2</cx:pt>
          <cx:pt idx="169">2</cx:pt>
          <cx:pt idx="170">3</cx:pt>
          <cx:pt idx="171">3</cx:pt>
          <cx:pt idx="172">2</cx:pt>
          <cx:pt idx="173">2</cx:pt>
          <cx:pt idx="174">2</cx:pt>
          <cx:pt idx="175">1</cx:pt>
          <cx:pt idx="176">1</cx:pt>
          <cx:pt idx="177">1</cx:pt>
          <cx:pt idx="178">1</cx:pt>
          <cx:pt idx="179">1</cx:pt>
          <cx:pt idx="180">1</cx:pt>
          <cx:pt idx="181">1</cx:pt>
          <cx:pt idx="182">1</cx:pt>
          <cx:pt idx="183">1</cx:pt>
          <cx:pt idx="184">1</cx:pt>
          <cx:pt idx="185">1</cx:pt>
          <cx:pt idx="186">1</cx:pt>
          <cx:pt idx="187">1</cx:pt>
          <cx:pt idx="188">1</cx:pt>
          <cx:pt idx="189">1</cx:pt>
          <cx:pt idx="190">1</cx:pt>
          <cx:pt idx="191">1</cx:pt>
          <cx:pt idx="192">1</cx:pt>
          <cx:pt idx="193">1</cx:pt>
          <cx:pt idx="194">1</cx:pt>
          <cx:pt idx="195">1</cx:pt>
          <cx:pt idx="196">1</cx:pt>
          <cx:pt idx="197">1</cx:pt>
          <cx:pt idx="198">1</cx:pt>
          <cx:pt idx="199">1</cx:pt>
          <cx:pt idx="200">1</cx:pt>
          <cx:pt idx="201">1</cx:pt>
          <cx:pt idx="202">1</cx:pt>
          <cx:pt idx="203">1</cx:pt>
          <cx:pt idx="204">1</cx:pt>
          <cx:pt idx="205">1</cx:pt>
          <cx:pt idx="206">1</cx:pt>
          <cx:pt idx="207">1</cx:pt>
          <cx:pt idx="208">1</cx:pt>
          <cx:pt idx="209">1</cx:pt>
          <cx:pt idx="210">1</cx:pt>
          <cx:pt idx="211">1</cx:pt>
          <cx:pt idx="212">1</cx:pt>
          <cx:pt idx="213">1</cx:pt>
          <cx:pt idx="214">1</cx:pt>
          <cx:pt idx="215">1</cx:pt>
          <cx:pt idx="216">1</cx:pt>
          <cx:pt idx="217">1</cx:pt>
          <cx:pt idx="218">2</cx:pt>
          <cx:pt idx="219">2</cx:pt>
          <cx:pt idx="220">2</cx:pt>
          <cx:pt idx="221">2</cx:pt>
          <cx:pt idx="222">2</cx:pt>
          <cx:pt idx="223">2</cx:pt>
          <cx:pt idx="224">2</cx:pt>
          <cx:pt idx="225">2</cx:pt>
          <cx:pt idx="226">1</cx:pt>
          <cx:pt idx="227">1</cx:pt>
          <cx:pt idx="228">1</cx:pt>
          <cx:pt idx="229">1</cx:pt>
          <cx:pt idx="230">1</cx:pt>
          <cx:pt idx="231">1</cx:pt>
          <cx:pt idx="232">1</cx:pt>
          <cx:pt idx="233">1</cx:pt>
          <cx:pt idx="234">1</cx:pt>
          <cx:pt idx="235">1</cx:pt>
          <cx:pt idx="236">2</cx:pt>
          <cx:pt idx="237">2</cx:pt>
          <cx:pt idx="238">2</cx:pt>
          <cx:pt idx="239">2</cx:pt>
          <cx:pt idx="240">2</cx:pt>
          <cx:pt idx="241">2</cx:pt>
          <cx:pt idx="242">2</cx:pt>
          <cx:pt idx="243">2</cx:pt>
          <cx:pt idx="244">2</cx:pt>
          <cx:pt idx="245">2</cx:pt>
          <cx:pt idx="246">2</cx:pt>
          <cx:pt idx="247">2</cx:pt>
          <cx:pt idx="248">2</cx:pt>
          <cx:pt idx="249">2</cx:pt>
          <cx:pt idx="250">3</cx:pt>
          <cx:pt idx="251">3</cx:pt>
          <cx:pt idx="252">3</cx:pt>
          <cx:pt idx="253">3</cx:pt>
          <cx:pt idx="254">3</cx:pt>
          <cx:pt idx="255">3</cx:pt>
          <cx:pt idx="256">2</cx:pt>
          <cx:pt idx="257">2</cx:pt>
          <cx:pt idx="258">1</cx:pt>
          <cx:pt idx="259">1</cx:pt>
          <cx:pt idx="260">1</cx:pt>
          <cx:pt idx="261">1</cx:pt>
          <cx:pt idx="262">1</cx:pt>
          <cx:pt idx="263">1</cx:pt>
          <cx:pt idx="264">1</cx:pt>
          <cx:pt idx="265">1</cx:pt>
          <cx:pt idx="266">1</cx:pt>
          <cx:pt idx="267">1</cx:pt>
          <cx:pt idx="268">1</cx:pt>
          <cx:pt idx="269">1</cx:pt>
          <cx:pt idx="270">1</cx:pt>
          <cx:pt idx="271">1</cx:pt>
          <cx:pt idx="272">1</cx:pt>
          <cx:pt idx="273">1</cx:pt>
          <cx:pt idx="274">1</cx:pt>
          <cx:pt idx="275">1</cx:pt>
          <cx:pt idx="276">1</cx:pt>
          <cx:pt idx="277">1</cx:pt>
          <cx:pt idx="278">1</cx:pt>
          <cx:pt idx="279">1</cx:pt>
          <cx:pt idx="280">1</cx:pt>
          <cx:pt idx="281">1</cx:pt>
          <cx:pt idx="282">1</cx:pt>
          <cx:pt idx="283">1</cx:pt>
          <cx:pt idx="284">1</cx:pt>
          <cx:pt idx="285">1</cx:pt>
          <cx:pt idx="286">1</cx:pt>
          <cx:pt idx="287">1</cx:pt>
          <cx:pt idx="288">2</cx:pt>
          <cx:pt idx="289">2</cx:pt>
          <cx:pt idx="290">1</cx:pt>
          <cx:pt idx="291">1</cx:pt>
          <cx:pt idx="292">1</cx:pt>
          <cx:pt idx="293">1</cx:pt>
          <cx:pt idx="294">1</cx:pt>
          <cx:pt idx="295">1</cx:pt>
          <cx:pt idx="296">1</cx:pt>
          <cx:pt idx="297">1</cx:pt>
          <cx:pt idx="298">1</cx:pt>
          <cx:pt idx="299">1</cx:pt>
          <cx:pt idx="300">1</cx:pt>
          <cx:pt idx="301">1</cx:pt>
          <cx:pt idx="302">1</cx:pt>
          <cx:pt idx="303">1</cx:pt>
          <cx:pt idx="304">1</cx:pt>
          <cx:pt idx="305">1</cx:pt>
          <cx:pt idx="306">1</cx:pt>
          <cx:pt idx="307">1</cx:pt>
          <cx:pt idx="308">1</cx:pt>
          <cx:pt idx="309">1</cx:pt>
          <cx:pt idx="310">1</cx:pt>
          <cx:pt idx="311">1</cx:pt>
          <cx:pt idx="312">1</cx:pt>
          <cx:pt idx="313">1</cx:pt>
          <cx:pt idx="314">1</cx:pt>
          <cx:pt idx="315">1</cx:pt>
          <cx:pt idx="316">1</cx:pt>
          <cx:pt idx="317">1</cx:pt>
          <cx:pt idx="318">1</cx:pt>
          <cx:pt idx="319">1</cx:pt>
          <cx:pt idx="320">1</cx:pt>
          <cx:pt idx="321">1</cx:pt>
          <cx:pt idx="322">1</cx:pt>
          <cx:pt idx="323">2</cx:pt>
          <cx:pt idx="324">2</cx:pt>
          <cx:pt idx="325">1</cx:pt>
          <cx:pt idx="326">2</cx:pt>
          <cx:pt idx="327">2</cx:pt>
          <cx:pt idx="328">2</cx:pt>
          <cx:pt idx="329">2</cx:pt>
          <cx:pt idx="330">1</cx:pt>
          <cx:pt idx="331">1</cx:pt>
          <cx:pt idx="332">1</cx:pt>
          <cx:pt idx="333">1</cx:pt>
          <cx:pt idx="334">1</cx:pt>
          <cx:pt idx="335">1</cx:pt>
          <cx:pt idx="336">1</cx:pt>
          <cx:pt idx="337">1</cx:pt>
          <cx:pt idx="338">1</cx:pt>
          <cx:pt idx="339">1</cx:pt>
          <cx:pt idx="340">2</cx:pt>
          <cx:pt idx="341">2</cx:pt>
          <cx:pt idx="342">2</cx:pt>
          <cx:pt idx="343">2</cx:pt>
          <cx:pt idx="344">2</cx:pt>
          <cx:pt idx="345">2</cx:pt>
          <cx:pt idx="346">2</cx:pt>
          <cx:pt idx="347">2</cx:pt>
          <cx:pt idx="348">1</cx:pt>
          <cx:pt idx="349">1</cx:pt>
          <cx:pt idx="350">1</cx:pt>
          <cx:pt idx="351">1</cx:pt>
          <cx:pt idx="352">1</cx:pt>
          <cx:pt idx="353">1</cx:pt>
          <cx:pt idx="354">2</cx:pt>
          <cx:pt idx="355">2</cx:pt>
          <cx:pt idx="356">2</cx:pt>
          <cx:pt idx="357">1</cx:pt>
          <cx:pt idx="358">1</cx:pt>
          <cx:pt idx="359">1</cx:pt>
          <cx:pt idx="360">1</cx:pt>
          <cx:pt idx="361">1</cx:pt>
          <cx:pt idx="362">1</cx:pt>
          <cx:pt idx="363">1</cx:pt>
          <cx:pt idx="364">1</cx:pt>
          <cx:pt idx="365">1</cx:pt>
          <cx:pt idx="366">1</cx:pt>
          <cx:pt idx="367">1</cx:pt>
          <cx:pt idx="368">1</cx:pt>
          <cx:pt idx="369">1</cx:pt>
          <cx:pt idx="370">1</cx:pt>
          <cx:pt idx="371">2</cx:pt>
          <cx:pt idx="372">2</cx:pt>
          <cx:pt idx="373">2</cx:pt>
          <cx:pt idx="374">2</cx:pt>
          <cx:pt idx="375">2</cx:pt>
          <cx:pt idx="376">2</cx:pt>
          <cx:pt idx="377">2</cx:pt>
          <cx:pt idx="378">2</cx:pt>
          <cx:pt idx="379">2</cx:pt>
          <cx:pt idx="380">2</cx:pt>
          <cx:pt idx="381">2</cx:pt>
          <cx:pt idx="382">2</cx:pt>
          <cx:pt idx="383">2</cx:pt>
          <cx:pt idx="384">2</cx:pt>
          <cx:pt idx="385">2</cx:pt>
          <cx:pt idx="386">2</cx:pt>
          <cx:pt idx="387">2</cx:pt>
          <cx:pt idx="388">2</cx:pt>
          <cx:pt idx="389">2</cx:pt>
          <cx:pt idx="390">1</cx:pt>
          <cx:pt idx="391">2</cx:pt>
          <cx:pt idx="392">3</cx:pt>
          <cx:pt idx="393">3</cx:pt>
          <cx:pt idx="394">3</cx:pt>
          <cx:pt idx="395">3</cx:pt>
          <cx:pt idx="396">3</cx:pt>
          <cx:pt idx="397">2</cx:pt>
          <cx:pt idx="398">2</cx:pt>
          <cx:pt idx="399">2</cx:pt>
          <cx:pt idx="400">2</cx:pt>
          <cx:pt idx="401">2</cx:pt>
          <cx:pt idx="402">2</cx:pt>
          <cx:pt idx="403">2</cx:pt>
          <cx:pt idx="404">2</cx:pt>
          <cx:pt idx="405">2</cx:pt>
          <cx:pt idx="406">2</cx:pt>
          <cx:pt idx="407">2</cx:pt>
          <cx:pt idx="408">2</cx:pt>
          <cx:pt idx="409">2</cx:pt>
          <cx:pt idx="410">3</cx:pt>
          <cx:pt idx="411">3</cx:pt>
          <cx:pt idx="412">3</cx:pt>
          <cx:pt idx="413">2</cx:pt>
          <cx:pt idx="414">2</cx:pt>
          <cx:pt idx="415">2</cx:pt>
          <cx:pt idx="416">2</cx:pt>
          <cx:pt idx="417">2</cx:pt>
          <cx:pt idx="418">2</cx:pt>
          <cx:pt idx="419">2</cx:pt>
          <cx:pt idx="420">2</cx:pt>
          <cx:pt idx="421">1</cx:pt>
          <cx:pt idx="422">1</cx:pt>
          <cx:pt idx="423">1</cx:pt>
          <cx:pt idx="424">1</cx:pt>
          <cx:pt idx="425">1</cx:pt>
          <cx:pt idx="426">1</cx:pt>
          <cx:pt idx="427">1</cx:pt>
          <cx:pt idx="428">1</cx:pt>
          <cx:pt idx="429">1</cx:pt>
          <cx:pt idx="430">1</cx:pt>
          <cx:pt idx="431">1</cx:pt>
          <cx:pt idx="432">1</cx:pt>
          <cx:pt idx="433">1</cx:pt>
          <cx:pt idx="434">1</cx:pt>
          <cx:pt idx="435">1</cx:pt>
          <cx:pt idx="436">1</cx:pt>
          <cx:pt idx="437">1</cx:pt>
          <cx:pt idx="438">1</cx:pt>
          <cx:pt idx="439">1</cx:pt>
          <cx:pt idx="440">1</cx:pt>
          <cx:pt idx="441">2</cx:pt>
          <cx:pt idx="442">1</cx:pt>
          <cx:pt idx="443">2</cx:pt>
          <cx:pt idx="444">2</cx:pt>
          <cx:pt idx="445">2</cx:pt>
          <cx:pt idx="446">2</cx:pt>
          <cx:pt idx="447">2</cx:pt>
          <cx:pt idx="448">2</cx:pt>
          <cx:pt idx="449">2</cx:pt>
          <cx:pt idx="450">2</cx:pt>
          <cx:pt idx="451">1</cx:pt>
          <cx:pt idx="452">2</cx:pt>
          <cx:pt idx="453">2</cx:pt>
          <cx:pt idx="454">2</cx:pt>
          <cx:pt idx="455">2</cx:pt>
          <cx:pt idx="456">2</cx:pt>
          <cx:pt idx="457">2</cx:pt>
          <cx:pt idx="458">3</cx:pt>
          <cx:pt idx="459">3</cx:pt>
          <cx:pt idx="460">2</cx:pt>
          <cx:pt idx="461">1</cx:pt>
          <cx:pt idx="462">1</cx:pt>
          <cx:pt idx="463">1</cx:pt>
          <cx:pt idx="464">1</cx:pt>
          <cx:pt idx="465">1</cx:pt>
          <cx:pt idx="466">1</cx:pt>
          <cx:pt idx="467">1</cx:pt>
          <cx:pt idx="468">1</cx:pt>
          <cx:pt idx="469">1</cx:pt>
          <cx:pt idx="470">1</cx:pt>
          <cx:pt idx="471">1</cx:pt>
          <cx:pt idx="472">1</cx:pt>
          <cx:pt idx="473">1</cx:pt>
          <cx:pt idx="474">1</cx:pt>
          <cx:pt idx="475">1</cx:pt>
          <cx:pt idx="476">1</cx:pt>
          <cx:pt idx="477">1</cx:pt>
          <cx:pt idx="478">1</cx:pt>
          <cx:pt idx="479">1</cx:pt>
          <cx:pt idx="480">1</cx:pt>
          <cx:pt idx="481">2</cx:pt>
          <cx:pt idx="482">2</cx:pt>
          <cx:pt idx="483">2</cx:pt>
          <cx:pt idx="484">2</cx:pt>
          <cx:pt idx="485">2</cx:pt>
          <cx:pt idx="486">1</cx:pt>
          <cx:pt idx="487">1</cx:pt>
          <cx:pt idx="488">1</cx:pt>
          <cx:pt idx="489">2</cx:pt>
          <cx:pt idx="490">2</cx:pt>
          <cx:pt idx="491">2</cx:pt>
          <cx:pt idx="492">1</cx:pt>
          <cx:pt idx="493">1</cx:pt>
          <cx:pt idx="494">1</cx:pt>
          <cx:pt idx="495">1</cx:pt>
          <cx:pt idx="496">1</cx:pt>
          <cx:pt idx="497">1</cx:pt>
          <cx:pt idx="498">1</cx:pt>
          <cx:pt idx="499">1</cx:pt>
          <cx:pt idx="500">1</cx:pt>
          <cx:pt idx="501">1</cx:pt>
          <cx:pt idx="502">1</cx:pt>
          <cx:pt idx="503">1</cx:pt>
          <cx:pt idx="504">1</cx:pt>
          <cx:pt idx="505">1</cx:pt>
          <cx:pt idx="506">1</cx:pt>
          <cx:pt idx="507">2</cx:pt>
          <cx:pt idx="508">2</cx:pt>
          <cx:pt idx="509">1</cx:pt>
          <cx:pt idx="510">1</cx:pt>
          <cx:pt idx="511">1</cx:pt>
          <cx:pt idx="512">1</cx:pt>
          <cx:pt idx="513">1</cx:pt>
          <cx:pt idx="514">1</cx:pt>
          <cx:pt idx="515">1</cx:pt>
          <cx:pt idx="516">1</cx:pt>
          <cx:pt idx="517">1</cx:pt>
          <cx:pt idx="518">1</cx:pt>
          <cx:pt idx="519">1</cx:pt>
          <cx:pt idx="520">1</cx:pt>
          <cx:pt idx="521">1</cx:pt>
          <cx:pt idx="522">1</cx:pt>
          <cx:pt idx="523">1</cx:pt>
          <cx:pt idx="524">1</cx:pt>
          <cx:pt idx="525">1</cx:pt>
          <cx:pt idx="526">1</cx:pt>
          <cx:pt idx="527">1</cx:pt>
          <cx:pt idx="528">1</cx:pt>
          <cx:pt idx="529">1</cx:pt>
          <cx:pt idx="530">1</cx:pt>
          <cx:pt idx="531">1</cx:pt>
          <cx:pt idx="532">1</cx:pt>
          <cx:pt idx="533">1</cx:pt>
          <cx:pt idx="534">1</cx:pt>
          <cx:pt idx="535">1</cx:pt>
          <cx:pt idx="536">1</cx:pt>
          <cx:pt idx="537">2</cx:pt>
          <cx:pt idx="538">2</cx:pt>
          <cx:pt idx="539">2</cx:pt>
          <cx:pt idx="540">1</cx:pt>
          <cx:pt idx="541">1</cx:pt>
          <cx:pt idx="542">1</cx:pt>
          <cx:pt idx="543">1</cx:pt>
          <cx:pt idx="544">1</cx:pt>
          <cx:pt idx="545">1</cx:pt>
          <cx:pt idx="546">1</cx:pt>
          <cx:pt idx="547">2</cx:pt>
          <cx:pt idx="548">2</cx:pt>
          <cx:pt idx="549">2</cx:pt>
          <cx:pt idx="550">2</cx:pt>
          <cx:pt idx="551">1</cx:pt>
          <cx:pt idx="552">1</cx:pt>
          <cx:pt idx="553">1</cx:pt>
          <cx:pt idx="554">1</cx:pt>
          <cx:pt idx="555">1</cx:pt>
          <cx:pt idx="556">2</cx:pt>
          <cx:pt idx="557">2</cx:pt>
          <cx:pt idx="558">2</cx:pt>
          <cx:pt idx="559">2</cx:pt>
          <cx:pt idx="560">2</cx:pt>
          <cx:pt idx="561">2</cx:pt>
          <cx:pt idx="562">2</cx:pt>
          <cx:pt idx="563">2</cx:pt>
          <cx:pt idx="564">2</cx:pt>
          <cx:pt idx="565">1</cx:pt>
          <cx:pt idx="566">2</cx:pt>
          <cx:pt idx="567">2</cx:pt>
          <cx:pt idx="568">1</cx:pt>
          <cx:pt idx="569">1</cx:pt>
          <cx:pt idx="570">1</cx:pt>
          <cx:pt idx="571">2</cx:pt>
          <cx:pt idx="572">2</cx:pt>
          <cx:pt idx="573">2</cx:pt>
          <cx:pt idx="574">3</cx:pt>
          <cx:pt idx="575">3</cx:pt>
          <cx:pt idx="576">3</cx:pt>
          <cx:pt idx="577">3</cx:pt>
          <cx:pt idx="578">3</cx:pt>
          <cx:pt idx="579">3</cx:pt>
          <cx:pt idx="580">3</cx:pt>
          <cx:pt idx="581">3</cx:pt>
          <cx:pt idx="582">3</cx:pt>
          <cx:pt idx="583">3</cx:pt>
          <cx:pt idx="584">3</cx:pt>
          <cx:pt idx="585">3</cx:pt>
          <cx:pt idx="586">4</cx:pt>
          <cx:pt idx="587">3</cx:pt>
          <cx:pt idx="588">1</cx:pt>
          <cx:pt idx="589">1</cx:pt>
          <cx:pt idx="590">1</cx:pt>
          <cx:pt idx="591">1</cx:pt>
          <cx:pt idx="592">1</cx:pt>
          <cx:pt idx="593">1</cx:pt>
          <cx:pt idx="594">1</cx:pt>
          <cx:pt idx="595">1</cx:pt>
          <cx:pt idx="596">2</cx:pt>
          <cx:pt idx="597">2</cx:pt>
          <cx:pt idx="598">2</cx:pt>
          <cx:pt idx="599">2</cx:pt>
          <cx:pt idx="600">2</cx:pt>
          <cx:pt idx="601">2</cx:pt>
          <cx:pt idx="602">2</cx:pt>
          <cx:pt idx="603">2</cx:pt>
          <cx:pt idx="604">3</cx:pt>
          <cx:pt idx="605">3</cx:pt>
          <cx:pt idx="606">3</cx:pt>
          <cx:pt idx="607">3</cx:pt>
          <cx:pt idx="608">3</cx:pt>
          <cx:pt idx="609">3</cx:pt>
          <cx:pt idx="610">2</cx:pt>
          <cx:pt idx="611">1</cx:pt>
          <cx:pt idx="612">1</cx:pt>
          <cx:pt idx="613">1</cx:pt>
          <cx:pt idx="614">1</cx:pt>
          <cx:pt idx="615">1</cx:pt>
          <cx:pt idx="616">1</cx:pt>
          <cx:pt idx="617">1</cx:pt>
          <cx:pt idx="618">1</cx:pt>
          <cx:pt idx="619">2</cx:pt>
          <cx:pt idx="620">2</cx:pt>
          <cx:pt idx="621">2</cx:pt>
          <cx:pt idx="622">2</cx:pt>
          <cx:pt idx="623">2</cx:pt>
          <cx:pt idx="624">1</cx:pt>
          <cx:pt idx="625">1</cx:pt>
          <cx:pt idx="626">1</cx:pt>
          <cx:pt idx="627">1</cx:pt>
          <cx:pt idx="628">2</cx:pt>
          <cx:pt idx="629">1</cx:pt>
          <cx:pt idx="630">1</cx:pt>
          <cx:pt idx="631">1</cx:pt>
          <cx:pt idx="632">1</cx:pt>
          <cx:pt idx="633">1</cx:pt>
          <cx:pt idx="634">1</cx:pt>
          <cx:pt idx="635">1</cx:pt>
          <cx:pt idx="636">1</cx:pt>
          <cx:pt idx="637">1</cx:pt>
          <cx:pt idx="638">1</cx:pt>
          <cx:pt idx="639">1</cx:pt>
          <cx:pt idx="640">2</cx:pt>
          <cx:pt idx="641">2</cx:pt>
          <cx:pt idx="642">2</cx:pt>
          <cx:pt idx="643">1</cx:pt>
          <cx:pt idx="644">1</cx:pt>
          <cx:pt idx="645">1</cx:pt>
          <cx:pt idx="646">1</cx:pt>
          <cx:pt idx="647">1</cx:pt>
          <cx:pt idx="648">1</cx:pt>
          <cx:pt idx="649">1</cx:pt>
          <cx:pt idx="650">1</cx:pt>
          <cx:pt idx="651">1</cx:pt>
          <cx:pt idx="652">2</cx:pt>
          <cx:pt idx="653">2</cx:pt>
          <cx:pt idx="654">2</cx:pt>
          <cx:pt idx="655">2</cx:pt>
          <cx:pt idx="656">2</cx:pt>
          <cx:pt idx="657">1</cx:pt>
          <cx:pt idx="658">1</cx:pt>
          <cx:pt idx="659">1</cx:pt>
          <cx:pt idx="660">1</cx:pt>
          <cx:pt idx="661">1</cx:pt>
          <cx:pt idx="662">1</cx:pt>
          <cx:pt idx="663">2</cx:pt>
          <cx:pt idx="664">2</cx:pt>
          <cx:pt idx="665">2</cx:pt>
          <cx:pt idx="666">2</cx:pt>
          <cx:pt idx="667">2</cx:pt>
          <cx:pt idx="668">2</cx:pt>
          <cx:pt idx="669">2</cx:pt>
          <cx:pt idx="670">2</cx:pt>
          <cx:pt idx="671">2</cx:pt>
          <cx:pt idx="672">2</cx:pt>
          <cx:pt idx="673">2</cx:pt>
          <cx:pt idx="674">2</cx:pt>
          <cx:pt idx="675">1</cx:pt>
          <cx:pt idx="676">3</cx:pt>
          <cx:pt idx="677">3</cx:pt>
          <cx:pt idx="678">2</cx:pt>
          <cx:pt idx="679">2</cx:pt>
          <cx:pt idx="680">2</cx:pt>
          <cx:pt idx="681">2</cx:pt>
          <cx:pt idx="682">2</cx:pt>
          <cx:pt idx="683">2</cx:pt>
          <cx:pt idx="684">3</cx:pt>
          <cx:pt idx="685">3</cx:pt>
          <cx:pt idx="686">3</cx:pt>
          <cx:pt idx="687">3</cx:pt>
          <cx:pt idx="688">2</cx:pt>
          <cx:pt idx="689">2</cx:pt>
          <cx:pt idx="690">2</cx:pt>
          <cx:pt idx="691">2</cx:pt>
          <cx:pt idx="692">2</cx:pt>
          <cx:pt idx="693">2</cx:pt>
          <cx:pt idx="694">2</cx:pt>
          <cx:pt idx="695">2</cx:pt>
          <cx:pt idx="696">2</cx:pt>
          <cx:pt idx="697">2</cx:pt>
          <cx:pt idx="698">2</cx:pt>
          <cx:pt idx="699">2</cx:pt>
          <cx:pt idx="700">2</cx:pt>
          <cx:pt idx="701">2</cx:pt>
          <cx:pt idx="702">3</cx:pt>
          <cx:pt idx="703">3</cx:pt>
          <cx:pt idx="704">3</cx:pt>
          <cx:pt idx="705">3</cx:pt>
          <cx:pt idx="706">3</cx:pt>
          <cx:pt idx="707">3</cx:pt>
          <cx:pt idx="708">3</cx:pt>
          <cx:pt idx="709">3</cx:pt>
          <cx:pt idx="710">3</cx:pt>
          <cx:pt idx="711">3</cx:pt>
          <cx:pt idx="712">2</cx:pt>
          <cx:pt idx="713">2</cx:pt>
          <cx:pt idx="714">2</cx:pt>
          <cx:pt idx="715">2</cx:pt>
          <cx:pt idx="716">1</cx:pt>
          <cx:pt idx="717">1</cx:pt>
          <cx:pt idx="718">1</cx:pt>
          <cx:pt idx="719">1</cx:pt>
          <cx:pt idx="720">1</cx:pt>
          <cx:pt idx="721">1</cx:pt>
          <cx:pt idx="722">1</cx:pt>
          <cx:pt idx="723">1</cx:pt>
          <cx:pt idx="724">1</cx:pt>
          <cx:pt idx="725">1</cx:pt>
          <cx:pt idx="726">1</cx:pt>
          <cx:pt idx="727">1</cx:pt>
          <cx:pt idx="728">1</cx:pt>
          <cx:pt idx="729">1</cx:pt>
          <cx:pt idx="730">1</cx:pt>
          <cx:pt idx="731">1</cx:pt>
          <cx:pt idx="732">1</cx:pt>
          <cx:pt idx="733">1</cx:pt>
          <cx:pt idx="734">1</cx:pt>
          <cx:pt idx="735">1</cx:pt>
          <cx:pt idx="736">1</cx:pt>
          <cx:pt idx="737">1</cx:pt>
          <cx:pt idx="738">1</cx:pt>
          <cx:pt idx="739">1</cx:pt>
          <cx:pt idx="740">1</cx:pt>
          <cx:pt idx="741">1</cx:pt>
          <cx:pt idx="742">1</cx:pt>
          <cx:pt idx="743">1</cx:pt>
          <cx:pt idx="744">1</cx:pt>
          <cx:pt idx="745">1</cx:pt>
          <cx:pt idx="746">1</cx:pt>
          <cx:pt idx="747">1</cx:pt>
          <cx:pt idx="748">1</cx:pt>
          <cx:pt idx="749">1</cx:pt>
          <cx:pt idx="750">2</cx:pt>
          <cx:pt idx="751">2</cx:pt>
          <cx:pt idx="752">2</cx:pt>
          <cx:pt idx="753">2</cx:pt>
          <cx:pt idx="754">2</cx:pt>
          <cx:pt idx="755">2</cx:pt>
          <cx:pt idx="756">1</cx:pt>
          <cx:pt idx="757">1</cx:pt>
          <cx:pt idx="758">2</cx:pt>
          <cx:pt idx="759">2</cx:pt>
          <cx:pt idx="760">1</cx:pt>
          <cx:pt idx="761">2</cx:pt>
          <cx:pt idx="762">2</cx:pt>
          <cx:pt idx="763">2</cx:pt>
          <cx:pt idx="764">2</cx:pt>
          <cx:pt idx="765">2</cx:pt>
          <cx:pt idx="766">2</cx:pt>
          <cx:pt idx="767">2</cx:pt>
          <cx:pt idx="768">2</cx:pt>
          <cx:pt idx="769">2</cx:pt>
          <cx:pt idx="770">2</cx:pt>
          <cx:pt idx="771">2</cx:pt>
          <cx:pt idx="772">2</cx:pt>
          <cx:pt idx="773">2</cx:pt>
          <cx:pt idx="774">2</cx:pt>
          <cx:pt idx="775">2</cx:pt>
          <cx:pt idx="776">2</cx:pt>
          <cx:pt idx="777">3</cx:pt>
          <cx:pt idx="778">3</cx:pt>
          <cx:pt idx="779">3</cx:pt>
          <cx:pt idx="780">3</cx:pt>
          <cx:pt idx="781">3</cx:pt>
          <cx:pt idx="782">3</cx:pt>
          <cx:pt idx="783">3</cx:pt>
          <cx:pt idx="784">3</cx:pt>
          <cx:pt idx="785">3</cx:pt>
          <cx:pt idx="786">3</cx:pt>
          <cx:pt idx="787">3</cx:pt>
          <cx:pt idx="788">3</cx:pt>
          <cx:pt idx="789">3</cx:pt>
          <cx:pt idx="790">2</cx:pt>
          <cx:pt idx="791">2</cx:pt>
          <cx:pt idx="792">2</cx:pt>
          <cx:pt idx="793">1</cx:pt>
          <cx:pt idx="794">1</cx:pt>
          <cx:pt idx="795">1</cx:pt>
          <cx:pt idx="796">1</cx:pt>
          <cx:pt idx="797">1</cx:pt>
          <cx:pt idx="798">1</cx:pt>
          <cx:pt idx="799">1</cx:pt>
          <cx:pt idx="800">1</cx:pt>
          <cx:pt idx="801">1</cx:pt>
          <cx:pt idx="802">1</cx:pt>
          <cx:pt idx="803">1</cx:pt>
          <cx:pt idx="804">1</cx:pt>
          <cx:pt idx="805">1</cx:pt>
          <cx:pt idx="806">1</cx:pt>
          <cx:pt idx="807">1</cx:pt>
          <cx:pt idx="808">1</cx:pt>
          <cx:pt idx="809">1</cx:pt>
          <cx:pt idx="810">1</cx:pt>
          <cx:pt idx="811">1</cx:pt>
          <cx:pt idx="812">1</cx:pt>
          <cx:pt idx="813">1</cx:pt>
          <cx:pt idx="814">1</cx:pt>
          <cx:pt idx="815">1</cx:pt>
          <cx:pt idx="816">1</cx:pt>
          <cx:pt idx="817">1</cx:pt>
          <cx:pt idx="818">1</cx:pt>
          <cx:pt idx="819">1</cx:pt>
          <cx:pt idx="820">1</cx:pt>
          <cx:pt idx="821">1</cx:pt>
          <cx:pt idx="822">1</cx:pt>
          <cx:pt idx="823">1</cx:pt>
          <cx:pt idx="824">1</cx:pt>
          <cx:pt idx="825">1</cx:pt>
          <cx:pt idx="826">1</cx:pt>
          <cx:pt idx="827">1</cx:pt>
          <cx:pt idx="828">1</cx:pt>
          <cx:pt idx="829">2</cx:pt>
          <cx:pt idx="830">1</cx:pt>
          <cx:pt idx="831">1</cx:pt>
          <cx:pt idx="832">1</cx:pt>
          <cx:pt idx="833">2</cx:pt>
          <cx:pt idx="834">2</cx:pt>
          <cx:pt idx="835">2</cx:pt>
          <cx:pt idx="836">2</cx:pt>
          <cx:pt idx="837">2</cx:pt>
          <cx:pt idx="838">2</cx:pt>
          <cx:pt idx="839">2</cx:pt>
          <cx:pt idx="840">2</cx:pt>
          <cx:pt idx="841">2</cx:pt>
          <cx:pt idx="842">1</cx:pt>
          <cx:pt idx="843">1</cx:pt>
          <cx:pt idx="844">2</cx:pt>
          <cx:pt idx="845">2</cx:pt>
          <cx:pt idx="846">2</cx:pt>
          <cx:pt idx="847">2</cx:pt>
          <cx:pt idx="848">3</cx:pt>
          <cx:pt idx="849">1</cx:pt>
          <cx:pt idx="850">1</cx:pt>
          <cx:pt idx="851">1</cx:pt>
          <cx:pt idx="852">1</cx:pt>
          <cx:pt idx="853">1</cx:pt>
          <cx:pt idx="854">1</cx:pt>
          <cx:pt idx="855">1</cx:pt>
          <cx:pt idx="856">1</cx:pt>
          <cx:pt idx="857">1</cx:pt>
          <cx:pt idx="858">2</cx:pt>
          <cx:pt idx="859">1</cx:pt>
          <cx:pt idx="860">1</cx:pt>
          <cx:pt idx="861">1</cx:pt>
          <cx:pt idx="862">1</cx:pt>
          <cx:pt idx="863">1</cx:pt>
          <cx:pt idx="864">1</cx:pt>
          <cx:pt idx="865">1</cx:pt>
          <cx:pt idx="866">1</cx:pt>
          <cx:pt idx="867">1</cx:pt>
          <cx:pt idx="868">1</cx:pt>
          <cx:pt idx="869">1</cx:pt>
          <cx:pt idx="870">1</cx:pt>
          <cx:pt idx="871">1</cx:pt>
          <cx:pt idx="872">1</cx:pt>
          <cx:pt idx="873">1</cx:pt>
          <cx:pt idx="874">1</cx:pt>
          <cx:pt idx="875">1</cx:pt>
          <cx:pt idx="876">1</cx:pt>
          <cx:pt idx="877">1</cx:pt>
          <cx:pt idx="878">1</cx:pt>
          <cx:pt idx="879">2</cx:pt>
          <cx:pt idx="880">2</cx:pt>
          <cx:pt idx="881">1</cx:pt>
          <cx:pt idx="882">1</cx:pt>
          <cx:pt idx="883">2</cx:pt>
          <cx:pt idx="884">2</cx:pt>
          <cx:pt idx="885">2</cx:pt>
          <cx:pt idx="886">2</cx:pt>
          <cx:pt idx="887">3</cx:pt>
          <cx:pt idx="888">3</cx:pt>
          <cx:pt idx="889">2</cx:pt>
          <cx:pt idx="890">3</cx:pt>
          <cx:pt idx="891">3</cx:pt>
          <cx:pt idx="892">3</cx:pt>
          <cx:pt idx="893">3</cx:pt>
          <cx:pt idx="894">3</cx:pt>
          <cx:pt idx="895">2</cx:pt>
          <cx:pt idx="896">2</cx:pt>
          <cx:pt idx="897">2</cx:pt>
          <cx:pt idx="898">1</cx:pt>
          <cx:pt idx="899">1</cx:pt>
          <cx:pt idx="900">1</cx:pt>
          <cx:pt idx="901">1</cx:pt>
          <cx:pt idx="902">1</cx:pt>
          <cx:pt idx="903">1</cx:pt>
          <cx:pt idx="904">1</cx:pt>
          <cx:pt idx="905">1</cx:pt>
          <cx:pt idx="906">1</cx:pt>
          <cx:pt idx="907">1</cx:pt>
          <cx:pt idx="908">1</cx:pt>
          <cx:pt idx="909">1</cx:pt>
          <cx:pt idx="910">1</cx:pt>
          <cx:pt idx="911">1</cx:pt>
          <cx:pt idx="912">1</cx:pt>
          <cx:pt idx="913">1</cx:pt>
          <cx:pt idx="914">1</cx:pt>
          <cx:pt idx="915">1</cx:pt>
          <cx:pt idx="916">1</cx:pt>
          <cx:pt idx="917">1</cx:pt>
          <cx:pt idx="918">1</cx:pt>
          <cx:pt idx="919">1</cx:pt>
          <cx:pt idx="920">1</cx:pt>
          <cx:pt idx="921">1</cx:pt>
          <cx:pt idx="922">1</cx:pt>
          <cx:pt idx="923">1</cx:pt>
          <cx:pt idx="924">1</cx:pt>
          <cx:pt idx="925">1</cx:pt>
          <cx:pt idx="926">1</cx:pt>
          <cx:pt idx="927">1</cx:pt>
          <cx:pt idx="928">1</cx:pt>
          <cx:pt idx="929">1</cx:pt>
          <cx:pt idx="930">1</cx:pt>
          <cx:pt idx="931">1</cx:pt>
          <cx:pt idx="932">1</cx:pt>
          <cx:pt idx="933">1</cx:pt>
          <cx:pt idx="934">1</cx:pt>
          <cx:pt idx="935">1</cx:pt>
          <cx:pt idx="936">1</cx:pt>
          <cx:pt idx="937">1</cx:pt>
          <cx:pt idx="938">1</cx:pt>
          <cx:pt idx="939">1</cx:pt>
          <cx:pt idx="940">1</cx:pt>
          <cx:pt idx="941">1</cx:pt>
          <cx:pt idx="942">1</cx:pt>
          <cx:pt idx="943">1</cx:pt>
          <cx:pt idx="944">1</cx:pt>
          <cx:pt idx="945">1</cx:pt>
          <cx:pt idx="946">1</cx:pt>
          <cx:pt idx="947">1</cx:pt>
          <cx:pt idx="948">1</cx:pt>
          <cx:pt idx="949">1</cx:pt>
          <cx:pt idx="950">1</cx:pt>
          <cx:pt idx="951">1</cx:pt>
          <cx:pt idx="952">1</cx:pt>
          <cx:pt idx="953">1</cx:pt>
          <cx:pt idx="954">1</cx:pt>
          <cx:pt idx="955">1</cx:pt>
          <cx:pt idx="956">1</cx:pt>
          <cx:pt idx="957">1</cx:pt>
          <cx:pt idx="958">1</cx:pt>
          <cx:pt idx="959">1</cx:pt>
          <cx:pt idx="960">1</cx:pt>
          <cx:pt idx="961">1</cx:pt>
          <cx:pt idx="962">1</cx:pt>
          <cx:pt idx="963">2</cx:pt>
          <cx:pt idx="964">2</cx:pt>
          <cx:pt idx="965">2</cx:pt>
          <cx:pt idx="966">2</cx:pt>
          <cx:pt idx="967">2</cx:pt>
          <cx:pt idx="968">2</cx:pt>
          <cx:pt idx="969">2</cx:pt>
          <cx:pt idx="970">1</cx:pt>
          <cx:pt idx="971">1</cx:pt>
          <cx:pt idx="972">1</cx:pt>
          <cx:pt idx="973">1</cx:pt>
          <cx:pt idx="974">2</cx:pt>
          <cx:pt idx="975">2</cx:pt>
          <cx:pt idx="976">2</cx:pt>
          <cx:pt idx="977">1</cx:pt>
          <cx:pt idx="978">1</cx:pt>
          <cx:pt idx="979">1</cx:pt>
          <cx:pt idx="980">1</cx:pt>
          <cx:pt idx="981">1</cx:pt>
          <cx:pt idx="982">1</cx:pt>
          <cx:pt idx="983">1</cx:pt>
          <cx:pt idx="984">1</cx:pt>
          <cx:pt idx="985">1</cx:pt>
          <cx:pt idx="986">1</cx:pt>
          <cx:pt idx="987">1</cx:pt>
          <cx:pt idx="988">1</cx:pt>
          <cx:pt idx="989">1</cx:pt>
          <cx:pt idx="990">1</cx:pt>
          <cx:pt idx="991">1</cx:pt>
          <cx:pt idx="992">1</cx:pt>
          <cx:pt idx="993">1</cx:pt>
          <cx:pt idx="994">1</cx:pt>
          <cx:pt idx="995">2</cx:pt>
          <cx:pt idx="996">2</cx:pt>
          <cx:pt idx="997">2</cx:pt>
          <cx:pt idx="998">1</cx:pt>
          <cx:pt idx="999">1</cx:pt>
          <cx:pt idx="1000">1</cx:pt>
        </cx:lvl>
      </cx:strDim>
      <cx:numDim type="val">
        <cx:f>Sheet1!$B$2:$B$1001</cx:f>
        <cx:lvl ptCount="1000" formatCode="General">
          <cx:pt idx="0">3</cx:pt>
          <cx:pt idx="1">8</cx:pt>
          <cx:pt idx="2">5</cx:pt>
          <cx:pt idx="3">3</cx:pt>
          <cx:pt idx="4">0</cx:pt>
          <cx:pt idx="5">0</cx:pt>
          <cx:pt idx="6">2</cx:pt>
          <cx:pt idx="7">1</cx:pt>
          <cx:pt idx="8">1</cx:pt>
          <cx:pt idx="9">8</cx:pt>
          <cx:pt idx="10">12</cx:pt>
          <cx:pt idx="11">26</cx:pt>
          <cx:pt idx="12">29</cx:pt>
          <cx:pt idx="13">47</cx:pt>
          <cx:pt idx="14">35</cx:pt>
          <cx:pt idx="15">40</cx:pt>
          <cx:pt idx="16">41</cx:pt>
          <cx:pt idx="17">15</cx:pt>
          <cx:pt idx="18">9</cx:pt>
          <cx:pt idx="19">6</cx:pt>
          <cx:pt idx="20">11</cx:pt>
          <cx:pt idx="21">3</cx:pt>
          <cx:pt idx="22">11</cx:pt>
          <cx:pt idx="23">15</cx:pt>
          <cx:pt idx="24">4</cx:pt>
          <cx:pt idx="25">1</cx:pt>
          <cx:pt idx="26">1</cx:pt>
          <cx:pt idx="27">2</cx:pt>
          <cx:pt idx="28">2</cx:pt>
          <cx:pt idx="29">0</cx:pt>
          <cx:pt idx="30">0</cx:pt>
          <cx:pt idx="31">0</cx:pt>
          <cx:pt idx="32">1</cx:pt>
          <cx:pt idx="33">7</cx:pt>
          <cx:pt idx="34">16</cx:pt>
          <cx:pt idx="35">20</cx:pt>
          <cx:pt idx="36">11</cx:pt>
          <cx:pt idx="37">4</cx:pt>
          <cx:pt idx="38">19</cx:pt>
          <cx:pt idx="39">9</cx:pt>
          <cx:pt idx="40">7</cx:pt>
          <cx:pt idx="41">10</cx:pt>
          <cx:pt idx="42">1</cx:pt>
          <cx:pt idx="43">5</cx:pt>
          <cx:pt idx="44">11</cx:pt>
          <cx:pt idx="45">0</cx:pt>
          <cx:pt idx="46">0</cx:pt>
          <cx:pt idx="47">0</cx:pt>
          <cx:pt idx="48">0</cx:pt>
          <cx:pt idx="49">0</cx:pt>
          <cx:pt idx="50">0</cx:pt>
          <cx:pt idx="51">0</cx:pt>
          <cx:pt idx="52">1</cx:pt>
          <cx:pt idx="53">1</cx:pt>
          <cx:pt idx="54">7</cx:pt>
          <cx:pt idx="55">11</cx:pt>
          <cx:pt idx="56">10</cx:pt>
          <cx:pt idx="57">13</cx:pt>
          <cx:pt idx="58">8</cx:pt>
          <cx:pt idx="59">11</cx:pt>
          <cx:pt idx="60">14</cx:pt>
          <cx:pt idx="61">9</cx:pt>
          <cx:pt idx="62">11</cx:pt>
          <cx:pt idx="63">9</cx:pt>
          <cx:pt idx="64">8</cx:pt>
          <cx:pt idx="65">3</cx:pt>
          <cx:pt idx="66">3</cx:pt>
          <cx:pt idx="67">0</cx:pt>
          <cx:pt idx="68">1</cx:pt>
          <cx:pt idx="69">0</cx:pt>
          <cx:pt idx="70">0</cx:pt>
          <cx:pt idx="71">0</cx:pt>
          <cx:pt idx="72">0</cx:pt>
          <cx:pt idx="73">0</cx:pt>
          <cx:pt idx="74">0</cx:pt>
          <cx:pt idx="75">2</cx:pt>
          <cx:pt idx="76">2</cx:pt>
          <cx:pt idx="77">2</cx:pt>
          <cx:pt idx="78">5</cx:pt>
          <cx:pt idx="79">7</cx:pt>
          <cx:pt idx="80">12</cx:pt>
          <cx:pt idx="81">18</cx:pt>
          <cx:pt idx="82">9</cx:pt>
          <cx:pt idx="83">17</cx:pt>
          <cx:pt idx="84">15</cx:pt>
          <cx:pt idx="85">10</cx:pt>
          <cx:pt idx="86">3</cx:pt>
          <cx:pt idx="87">2</cx:pt>
          <cx:pt idx="88">1</cx:pt>
          <cx:pt idx="89">0</cx:pt>
          <cx:pt idx="90">1</cx:pt>
          <cx:pt idx="91">2</cx:pt>
          <cx:pt idx="92">0</cx:pt>
          <cx:pt idx="93">0</cx:pt>
          <cx:pt idx="94">0</cx:pt>
          <cx:pt idx="95">0</cx:pt>
          <cx:pt idx="96">0</cx:pt>
          <cx:pt idx="97">0</cx:pt>
          <cx:pt idx="98">1</cx:pt>
          <cx:pt idx="99">3</cx:pt>
          <cx:pt idx="100">6</cx:pt>
          <cx:pt idx="101">4</cx:pt>
          <cx:pt idx="102">12</cx:pt>
          <cx:pt idx="103">5</cx:pt>
          <cx:pt idx="104">6</cx:pt>
          <cx:pt idx="105">10</cx:pt>
          <cx:pt idx="106">7</cx:pt>
          <cx:pt idx="107">4</cx:pt>
          <cx:pt idx="108">4</cx:pt>
          <cx:pt idx="109">3</cx:pt>
          <cx:pt idx="110">5</cx:pt>
          <cx:pt idx="111">7</cx:pt>
          <cx:pt idx="112">3</cx:pt>
          <cx:pt idx="113">1</cx:pt>
          <cx:pt idx="114">1</cx:pt>
          <cx:pt idx="115">0</cx:pt>
          <cx:pt idx="116">0</cx:pt>
          <cx:pt idx="117">0</cx:pt>
          <cx:pt idx="118">0</cx:pt>
          <cx:pt idx="119">0</cx:pt>
          <cx:pt idx="120">0</cx:pt>
          <cx:pt idx="121">0</cx:pt>
          <cx:pt idx="122">3</cx:pt>
          <cx:pt idx="123">6</cx:pt>
          <cx:pt idx="124">3</cx:pt>
          <cx:pt idx="125">2</cx:pt>
          <cx:pt idx="126">6</cx:pt>
          <cx:pt idx="127">12</cx:pt>
          <cx:pt idx="128">11</cx:pt>
          <cx:pt idx="129">8</cx:pt>
          <cx:pt idx="130">12</cx:pt>
          <cx:pt idx="131">9</cx:pt>
          <cx:pt idx="132">5</cx:pt>
          <cx:pt idx="133">3</cx:pt>
          <cx:pt idx="134">3</cx:pt>
          <cx:pt idx="135">0</cx:pt>
          <cx:pt idx="136">1</cx:pt>
          <cx:pt idx="137">4</cx:pt>
          <cx:pt idx="138">4</cx:pt>
          <cx:pt idx="139">2</cx:pt>
          <cx:pt idx="140">0</cx:pt>
          <cx:pt idx="141">0</cx:pt>
          <cx:pt idx="142">0</cx:pt>
          <cx:pt idx="143">8</cx:pt>
          <cx:pt idx="144">8</cx:pt>
          <cx:pt idx="145">20</cx:pt>
          <cx:pt idx="146">9</cx:pt>
          <cx:pt idx="147">16</cx:pt>
          <cx:pt idx="148">19</cx:pt>
          <cx:pt idx="149">9</cx:pt>
          <cx:pt idx="150">9</cx:pt>
          <cx:pt idx="151">7</cx:pt>
          <cx:pt idx="152">9</cx:pt>
          <cx:pt idx="153">5</cx:pt>
          <cx:pt idx="154">9</cx:pt>
          <cx:pt idx="155">7</cx:pt>
          <cx:pt idx="156">3</cx:pt>
          <cx:pt idx="157">1</cx:pt>
          <cx:pt idx="158">0</cx:pt>
          <cx:pt idx="159">2</cx:pt>
          <cx:pt idx="160">1</cx:pt>
          <cx:pt idx="161">1</cx:pt>
          <cx:pt idx="162">1</cx:pt>
          <cx:pt idx="163">3</cx:pt>
          <cx:pt idx="164">0</cx:pt>
          <cx:pt idx="165">0</cx:pt>
          <cx:pt idx="166">0</cx:pt>
          <cx:pt idx="167">0</cx:pt>
          <cx:pt idx="168">1</cx:pt>
          <cx:pt idx="169">0</cx:pt>
          <cx:pt idx="170">0</cx:pt>
          <cx:pt idx="171">5</cx:pt>
          <cx:pt idx="172">2</cx:pt>
          <cx:pt idx="173">8</cx:pt>
          <cx:pt idx="174">7</cx:pt>
          <cx:pt idx="175">12</cx:pt>
          <cx:pt idx="176">5</cx:pt>
          <cx:pt idx="177">8</cx:pt>
          <cx:pt idx="178">5</cx:pt>
          <cx:pt idx="179">3</cx:pt>
          <cx:pt idx="180">4</cx:pt>
          <cx:pt idx="181">0</cx:pt>
          <cx:pt idx="182">2</cx:pt>
          <cx:pt idx="183">1</cx:pt>
          <cx:pt idx="184">0</cx:pt>
          <cx:pt idx="185">1</cx:pt>
          <cx:pt idx="186">0</cx:pt>
          <cx:pt idx="187">0</cx:pt>
          <cx:pt idx="188">0</cx:pt>
          <cx:pt idx="189">0</cx:pt>
          <cx:pt idx="190">0</cx:pt>
          <cx:pt idx="191">0</cx:pt>
          <cx:pt idx="192">1</cx:pt>
          <cx:pt idx="193">0</cx:pt>
          <cx:pt idx="194">0</cx:pt>
          <cx:pt idx="195">0</cx:pt>
          <cx:pt idx="196">2</cx:pt>
          <cx:pt idx="197">4</cx:pt>
          <cx:pt idx="198">6</cx:pt>
          <cx:pt idx="199">8</cx:pt>
          <cx:pt idx="200">5</cx:pt>
          <cx:pt idx="201">13</cx:pt>
          <cx:pt idx="202">3</cx:pt>
          <cx:pt idx="203">4</cx:pt>
          <cx:pt idx="204">1</cx:pt>
          <cx:pt idx="205">0</cx:pt>
          <cx:pt idx="206">1</cx:pt>
          <cx:pt idx="207">5</cx:pt>
          <cx:pt idx="208">0</cx:pt>
          <cx:pt idx="209">2</cx:pt>
          <cx:pt idx="210">1</cx:pt>
          <cx:pt idx="211">0</cx:pt>
          <cx:pt idx="212">0</cx:pt>
          <cx:pt idx="213">1</cx:pt>
          <cx:pt idx="214">0</cx:pt>
          <cx:pt idx="215">0</cx:pt>
          <cx:pt idx="216">2</cx:pt>
          <cx:pt idx="217">4</cx:pt>
          <cx:pt idx="218">2</cx:pt>
          <cx:pt idx="219">0</cx:pt>
          <cx:pt idx="220">2</cx:pt>
          <cx:pt idx="221">5</cx:pt>
          <cx:pt idx="222">4</cx:pt>
          <cx:pt idx="223">0</cx:pt>
          <cx:pt idx="224">2</cx:pt>
          <cx:pt idx="225">4</cx:pt>
          <cx:pt idx="226">4</cx:pt>
          <cx:pt idx="227">1</cx:pt>
          <cx:pt idx="228">3</cx:pt>
          <cx:pt idx="229">1</cx:pt>
          <cx:pt idx="230">1</cx:pt>
          <cx:pt idx="231">2</cx:pt>
          <cx:pt idx="232">0</cx:pt>
          <cx:pt idx="233">2</cx:pt>
          <cx:pt idx="234">0</cx:pt>
          <cx:pt idx="235">0</cx:pt>
          <cx:pt idx="236">0</cx:pt>
          <cx:pt idx="237">0</cx:pt>
          <cx:pt idx="238">2</cx:pt>
          <cx:pt idx="239">3</cx:pt>
          <cx:pt idx="240">3</cx:pt>
          <cx:pt idx="241">3</cx:pt>
          <cx:pt idx="242">4</cx:pt>
          <cx:pt idx="243">2</cx:pt>
          <cx:pt idx="244">6</cx:pt>
          <cx:pt idx="245">3</cx:pt>
          <cx:pt idx="246">2</cx:pt>
          <cx:pt idx="247">4</cx:pt>
          <cx:pt idx="248">6</cx:pt>
          <cx:pt idx="249">1</cx:pt>
          <cx:pt idx="250">0</cx:pt>
          <cx:pt idx="251">0</cx:pt>
          <cx:pt idx="252">0</cx:pt>
          <cx:pt idx="253">1</cx:pt>
          <cx:pt idx="254">1</cx:pt>
          <cx:pt idx="255">0</cx:pt>
          <cx:pt idx="256">0</cx:pt>
          <cx:pt idx="257">0</cx:pt>
          <cx:pt idx="258">0</cx:pt>
          <cx:pt idx="259">0</cx:pt>
          <cx:pt idx="260">0</cx:pt>
          <cx:pt idx="261">3</cx:pt>
          <cx:pt idx="262">3</cx:pt>
          <cx:pt idx="263">0</cx:pt>
          <cx:pt idx="264">3</cx:pt>
          <cx:pt idx="265">3</cx:pt>
          <cx:pt idx="266">0</cx:pt>
          <cx:pt idx="267">0</cx:pt>
          <cx:pt idx="268">1</cx:pt>
          <cx:pt idx="269">5</cx:pt>
          <cx:pt idx="270">0</cx:pt>
          <cx:pt idx="271">2</cx:pt>
          <cx:pt idx="272">1</cx:pt>
          <cx:pt idx="273">2</cx:pt>
          <cx:pt idx="274">0</cx:pt>
          <cx:pt idx="275">1</cx:pt>
          <cx:pt idx="276">1</cx:pt>
          <cx:pt idx="277">1</cx:pt>
          <cx:pt idx="278">0</cx:pt>
          <cx:pt idx="279">0</cx:pt>
          <cx:pt idx="280">0</cx:pt>
          <cx:pt idx="281">0</cx:pt>
          <cx:pt idx="282">0</cx:pt>
          <cx:pt idx="283">0</cx:pt>
          <cx:pt idx="284">0</cx:pt>
          <cx:pt idx="285">5</cx:pt>
          <cx:pt idx="286">2</cx:pt>
          <cx:pt idx="287">2</cx:pt>
          <cx:pt idx="288">4</cx:pt>
          <cx:pt idx="289">3</cx:pt>
          <cx:pt idx="290">2</cx:pt>
          <cx:pt idx="291">3</cx:pt>
          <cx:pt idx="292">5</cx:pt>
          <cx:pt idx="293">2</cx:pt>
          <cx:pt idx="294">4</cx:pt>
          <cx:pt idx="295">3</cx:pt>
          <cx:pt idx="296">1</cx:pt>
          <cx:pt idx="297">0</cx:pt>
          <cx:pt idx="298">0</cx:pt>
          <cx:pt idx="299">0</cx:pt>
          <cx:pt idx="300">1</cx:pt>
          <cx:pt idx="301">0</cx:pt>
          <cx:pt idx="302">0</cx:pt>
          <cx:pt idx="303">0</cx:pt>
          <cx:pt idx="304">0</cx:pt>
          <cx:pt idx="305">0</cx:pt>
          <cx:pt idx="306">0</cx:pt>
          <cx:pt idx="307">0</cx:pt>
          <cx:pt idx="308">2</cx:pt>
          <cx:pt idx="309">0</cx:pt>
          <cx:pt idx="310">4</cx:pt>
          <cx:pt idx="311">6</cx:pt>
          <cx:pt idx="312">2</cx:pt>
          <cx:pt idx="313">4</cx:pt>
          <cx:pt idx="314">5</cx:pt>
          <cx:pt idx="315">9</cx:pt>
          <cx:pt idx="316">3</cx:pt>
          <cx:pt idx="317">4</cx:pt>
          <cx:pt idx="318">5</cx:pt>
          <cx:pt idx="319">3</cx:pt>
          <cx:pt idx="320">0</cx:pt>
          <cx:pt idx="321">4</cx:pt>
          <cx:pt idx="322">2</cx:pt>
          <cx:pt idx="323">1</cx:pt>
          <cx:pt idx="324">3</cx:pt>
          <cx:pt idx="325">2</cx:pt>
          <cx:pt idx="326">0</cx:pt>
          <cx:pt idx="327">1</cx:pt>
          <cx:pt idx="328">0</cx:pt>
          <cx:pt idx="329">0</cx:pt>
          <cx:pt idx="330">1</cx:pt>
          <cx:pt idx="331">1</cx:pt>
          <cx:pt idx="332">1</cx:pt>
          <cx:pt idx="333">2</cx:pt>
          <cx:pt idx="334">2</cx:pt>
          <cx:pt idx="335">18</cx:pt>
          <cx:pt idx="336">15</cx:pt>
          <cx:pt idx="337">21</cx:pt>
          <cx:pt idx="338">26</cx:pt>
          <cx:pt idx="339">21</cx:pt>
          <cx:pt idx="340">33</cx:pt>
          <cx:pt idx="341">29</cx:pt>
          <cx:pt idx="342">15</cx:pt>
          <cx:pt idx="343">14</cx:pt>
          <cx:pt idx="344">6</cx:pt>
          <cx:pt idx="345">6</cx:pt>
          <cx:pt idx="346">0</cx:pt>
          <cx:pt idx="347">5</cx:pt>
          <cx:pt idx="348">6</cx:pt>
          <cx:pt idx="349">4</cx:pt>
          <cx:pt idx="350">3</cx:pt>
          <cx:pt idx="351">9</cx:pt>
          <cx:pt idx="352">0</cx:pt>
          <cx:pt idx="353">1</cx:pt>
          <cx:pt idx="354">0</cx:pt>
          <cx:pt idx="355">0</cx:pt>
          <cx:pt idx="356">0</cx:pt>
          <cx:pt idx="357">3</cx:pt>
          <cx:pt idx="358">8</cx:pt>
          <cx:pt idx="359">23</cx:pt>
          <cx:pt idx="360">29</cx:pt>
          <cx:pt idx="361">23</cx:pt>
          <cx:pt idx="362">22</cx:pt>
          <cx:pt idx="363">35</cx:pt>
          <cx:pt idx="364">22</cx:pt>
          <cx:pt idx="365">23</cx:pt>
          <cx:pt idx="366">11</cx:pt>
          <cx:pt idx="367">14</cx:pt>
          <cx:pt idx="368">7</cx:pt>
          <cx:pt idx="369">6</cx:pt>
          <cx:pt idx="370">2</cx:pt>
          <cx:pt idx="371">0</cx:pt>
          <cx:pt idx="372">1</cx:pt>
          <cx:pt idx="373">1</cx:pt>
          <cx:pt idx="374">0</cx:pt>
          <cx:pt idx="375">0</cx:pt>
          <cx:pt idx="376">1</cx:pt>
          <cx:pt idx="377">0</cx:pt>
          <cx:pt idx="378">0</cx:pt>
          <cx:pt idx="379">4</cx:pt>
          <cx:pt idx="380">3</cx:pt>
          <cx:pt idx="381">8</cx:pt>
          <cx:pt idx="382">7</cx:pt>
          <cx:pt idx="383">9</cx:pt>
          <cx:pt idx="384">10</cx:pt>
          <cx:pt idx="385">13</cx:pt>
          <cx:pt idx="386">12</cx:pt>
          <cx:pt idx="387">21</cx:pt>
          <cx:pt idx="388">6</cx:pt>
          <cx:pt idx="389">4</cx:pt>
          <cx:pt idx="390">7</cx:pt>
          <cx:pt idx="391">2</cx:pt>
          <cx:pt idx="392">4</cx:pt>
          <cx:pt idx="393">3</cx:pt>
          <cx:pt idx="394">0</cx:pt>
          <cx:pt idx="395">1</cx:pt>
          <cx:pt idx="396">0</cx:pt>
          <cx:pt idx="397">0</cx:pt>
          <cx:pt idx="398">2</cx:pt>
          <cx:pt idx="399">3</cx:pt>
          <cx:pt idx="400">0</cx:pt>
          <cx:pt idx="401">1</cx:pt>
          <cx:pt idx="402">1</cx:pt>
          <cx:pt idx="403">1</cx:pt>
          <cx:pt idx="404">0</cx:pt>
          <cx:pt idx="405">0</cx:pt>
          <cx:pt idx="406">0</cx:pt>
          <cx:pt idx="407">1</cx:pt>
          <cx:pt idx="408">0</cx:pt>
          <cx:pt idx="409">1</cx:pt>
          <cx:pt idx="410">0</cx:pt>
          <cx:pt idx="411">1</cx:pt>
          <cx:pt idx="412">0</cx:pt>
          <cx:pt idx="413">0</cx:pt>
          <cx:pt idx="414">1</cx:pt>
          <cx:pt idx="415">1</cx:pt>
          <cx:pt idx="416">2</cx:pt>
          <cx:pt idx="417">1</cx:pt>
          <cx:pt idx="418">5</cx:pt>
          <cx:pt idx="419">5</cx:pt>
          <cx:pt idx="420">11</cx:pt>
          <cx:pt idx="421">7</cx:pt>
          <cx:pt idx="422">4</cx:pt>
          <cx:pt idx="423">10</cx:pt>
          <cx:pt idx="424">7</cx:pt>
          <cx:pt idx="425">5</cx:pt>
          <cx:pt idx="426">4</cx:pt>
          <cx:pt idx="427">2</cx:pt>
          <cx:pt idx="428">4</cx:pt>
          <cx:pt idx="429">6</cx:pt>
          <cx:pt idx="430">1</cx:pt>
          <cx:pt idx="431">5</cx:pt>
          <cx:pt idx="432">2</cx:pt>
          <cx:pt idx="433">0</cx:pt>
          <cx:pt idx="434">0</cx:pt>
          <cx:pt idx="435">0</cx:pt>
          <cx:pt idx="436">0</cx:pt>
          <cx:pt idx="437">0</cx:pt>
          <cx:pt idx="438">1</cx:pt>
          <cx:pt idx="439">2</cx:pt>
          <cx:pt idx="440">3</cx:pt>
          <cx:pt idx="441">1</cx:pt>
          <cx:pt idx="442">5</cx:pt>
          <cx:pt idx="443">7</cx:pt>
          <cx:pt idx="444">12</cx:pt>
          <cx:pt idx="445">6</cx:pt>
          <cx:pt idx="446">8</cx:pt>
          <cx:pt idx="447">8</cx:pt>
          <cx:pt idx="448">8</cx:pt>
          <cx:pt idx="449">1</cx:pt>
          <cx:pt idx="450">6</cx:pt>
          <cx:pt idx="451">2</cx:pt>
          <cx:pt idx="452">3</cx:pt>
          <cx:pt idx="453">0</cx:pt>
          <cx:pt idx="454">3</cx:pt>
          <cx:pt idx="455">1</cx:pt>
          <cx:pt idx="456">0</cx:pt>
          <cx:pt idx="457">0</cx:pt>
          <cx:pt idx="458">0</cx:pt>
          <cx:pt idx="459">0</cx:pt>
          <cx:pt idx="460">1</cx:pt>
          <cx:pt idx="461">0</cx:pt>
          <cx:pt idx="462">2</cx:pt>
          <cx:pt idx="463">7</cx:pt>
          <cx:pt idx="464">7</cx:pt>
          <cx:pt idx="465">6</cx:pt>
          <cx:pt idx="466">6</cx:pt>
          <cx:pt idx="467">11</cx:pt>
          <cx:pt idx="468">8</cx:pt>
          <cx:pt idx="469">6</cx:pt>
          <cx:pt idx="470">4</cx:pt>
          <cx:pt idx="471">0</cx:pt>
          <cx:pt idx="472">10</cx:pt>
          <cx:pt idx="473">1</cx:pt>
          <cx:pt idx="474">3</cx:pt>
          <cx:pt idx="475">1</cx:pt>
          <cx:pt idx="476">0</cx:pt>
          <cx:pt idx="477">1</cx:pt>
          <cx:pt idx="478">0</cx:pt>
          <cx:pt idx="479">0</cx:pt>
          <cx:pt idx="480">3</cx:pt>
          <cx:pt idx="481">0</cx:pt>
          <cx:pt idx="482">1</cx:pt>
          <cx:pt idx="483">0</cx:pt>
          <cx:pt idx="484">0</cx:pt>
          <cx:pt idx="485">0</cx:pt>
          <cx:pt idx="486">1</cx:pt>
          <cx:pt idx="487">3</cx:pt>
          <cx:pt idx="488">3</cx:pt>
          <cx:pt idx="489">4</cx:pt>
          <cx:pt idx="490">10</cx:pt>
          <cx:pt idx="491">12</cx:pt>
          <cx:pt idx="492">11</cx:pt>
          <cx:pt idx="493">10</cx:pt>
          <cx:pt idx="494">11</cx:pt>
          <cx:pt idx="495">8</cx:pt>
          <cx:pt idx="496">0</cx:pt>
          <cx:pt idx="497">6</cx:pt>
          <cx:pt idx="498">1</cx:pt>
          <cx:pt idx="499">0</cx:pt>
          <cx:pt idx="500">7</cx:pt>
          <cx:pt idx="501">2</cx:pt>
          <cx:pt idx="502">2</cx:pt>
          <cx:pt idx="503">1</cx:pt>
          <cx:pt idx="504">3</cx:pt>
          <cx:pt idx="505">1</cx:pt>
          <cx:pt idx="506">0</cx:pt>
          <cx:pt idx="507">0</cx:pt>
          <cx:pt idx="508">1</cx:pt>
          <cx:pt idx="509">2</cx:pt>
          <cx:pt idx="510">3</cx:pt>
          <cx:pt idx="511">7</cx:pt>
          <cx:pt idx="512">22</cx:pt>
          <cx:pt idx="513">24</cx:pt>
          <cx:pt idx="514">12</cx:pt>
          <cx:pt idx="515">17</cx:pt>
          <cx:pt idx="516">13</cx:pt>
          <cx:pt idx="517">9</cx:pt>
          <cx:pt idx="518">5</cx:pt>
          <cx:pt idx="519">5</cx:pt>
          <cx:pt idx="520">5</cx:pt>
          <cx:pt idx="521">4</cx:pt>
          <cx:pt idx="522">5</cx:pt>
          <cx:pt idx="523">5</cx:pt>
          <cx:pt idx="524">4</cx:pt>
          <cx:pt idx="525">0</cx:pt>
          <cx:pt idx="526">0</cx:pt>
          <cx:pt idx="527">0</cx:pt>
          <cx:pt idx="528">0</cx:pt>
          <cx:pt idx="529">0</cx:pt>
          <cx:pt idx="530">0</cx:pt>
          <cx:pt idx="531">5</cx:pt>
          <cx:pt idx="532">6</cx:pt>
          <cx:pt idx="533">4</cx:pt>
          <cx:pt idx="534">6</cx:pt>
          <cx:pt idx="535">3</cx:pt>
          <cx:pt idx="536">11</cx:pt>
          <cx:pt idx="537">6</cx:pt>
          <cx:pt idx="538">2</cx:pt>
          <cx:pt idx="539">7</cx:pt>
          <cx:pt idx="540">4</cx:pt>
          <cx:pt idx="541">6</cx:pt>
          <cx:pt idx="542">8</cx:pt>
          <cx:pt idx="543">5</cx:pt>
          <cx:pt idx="544">1</cx:pt>
          <cx:pt idx="545">6</cx:pt>
          <cx:pt idx="546">3</cx:pt>
          <cx:pt idx="547">3</cx:pt>
          <cx:pt idx="548">3</cx:pt>
          <cx:pt idx="549">0</cx:pt>
          <cx:pt idx="550">0</cx:pt>
          <cx:pt idx="551">0</cx:pt>
          <cx:pt idx="552">0</cx:pt>
          <cx:pt idx="553">1</cx:pt>
          <cx:pt idx="554">5</cx:pt>
          <cx:pt idx="555">5</cx:pt>
          <cx:pt idx="556">10</cx:pt>
          <cx:pt idx="557">6</cx:pt>
          <cx:pt idx="558">6</cx:pt>
          <cx:pt idx="559">21</cx:pt>
          <cx:pt idx="560">21</cx:pt>
          <cx:pt idx="561">11</cx:pt>
          <cx:pt idx="562">21</cx:pt>
          <cx:pt idx="563">14</cx:pt>
          <cx:pt idx="564">14</cx:pt>
          <cx:pt idx="565">7</cx:pt>
          <cx:pt idx="566">13</cx:pt>
          <cx:pt idx="567">16</cx:pt>
          <cx:pt idx="568">5</cx:pt>
          <cx:pt idx="569">4</cx:pt>
          <cx:pt idx="570">3</cx:pt>
          <cx:pt idx="571">3</cx:pt>
          <cx:pt idx="572">0</cx:pt>
          <cx:pt idx="573">3</cx:pt>
          <cx:pt idx="574">0</cx:pt>
          <cx:pt idx="575">0</cx:pt>
          <cx:pt idx="576">1</cx:pt>
          <cx:pt idx="577">3</cx:pt>
          <cx:pt idx="578">3</cx:pt>
          <cx:pt idx="579">2</cx:pt>
          <cx:pt idx="580">6</cx:pt>
          <cx:pt idx="581">7</cx:pt>
          <cx:pt idx="582">4</cx:pt>
          <cx:pt idx="583">0</cx:pt>
          <cx:pt idx="584">1</cx:pt>
          <cx:pt idx="585">1</cx:pt>
          <cx:pt idx="586">0</cx:pt>
          <cx:pt idx="587">1</cx:pt>
          <cx:pt idx="588">2</cx:pt>
          <cx:pt idx="589">3</cx:pt>
          <cx:pt idx="590">3</cx:pt>
          <cx:pt idx="591">4</cx:pt>
          <cx:pt idx="592">2</cx:pt>
          <cx:pt idx="593">0</cx:pt>
          <cx:pt idx="594">0</cx:pt>
          <cx:pt idx="595">0</cx:pt>
          <cx:pt idx="596">1</cx:pt>
          <cx:pt idx="597">0</cx:pt>
          <cx:pt idx="598">1</cx:pt>
          <cx:pt idx="599">0</cx:pt>
          <cx:pt idx="600">0</cx:pt>
          <cx:pt idx="601">2</cx:pt>
          <cx:pt idx="602">2</cx:pt>
          <cx:pt idx="603">6</cx:pt>
          <cx:pt idx="604">0</cx:pt>
          <cx:pt idx="605">0</cx:pt>
          <cx:pt idx="606">1</cx:pt>
          <cx:pt idx="607">0</cx:pt>
          <cx:pt idx="608">2</cx:pt>
          <cx:pt idx="609">1</cx:pt>
          <cx:pt idx="610">0</cx:pt>
          <cx:pt idx="611">0</cx:pt>
          <cx:pt idx="612">3</cx:pt>
          <cx:pt idx="613">1</cx:pt>
          <cx:pt idx="614">0</cx:pt>
          <cx:pt idx="615">1</cx:pt>
          <cx:pt idx="616">3</cx:pt>
          <cx:pt idx="617">0</cx:pt>
          <cx:pt idx="618">4</cx:pt>
          <cx:pt idx="619">4</cx:pt>
          <cx:pt idx="620">12</cx:pt>
          <cx:pt idx="621">9</cx:pt>
          <cx:pt idx="622">10</cx:pt>
          <cx:pt idx="623">22</cx:pt>
          <cx:pt idx="624">19</cx:pt>
          <cx:pt idx="625">9</cx:pt>
          <cx:pt idx="626">9</cx:pt>
          <cx:pt idx="627">6</cx:pt>
          <cx:pt idx="628">1</cx:pt>
          <cx:pt idx="629">1</cx:pt>
          <cx:pt idx="630">4</cx:pt>
          <cx:pt idx="631">3</cx:pt>
          <cx:pt idx="632">0</cx:pt>
          <cx:pt idx="633">7</cx:pt>
          <cx:pt idx="634">1</cx:pt>
          <cx:pt idx="635">1</cx:pt>
          <cx:pt idx="636">0</cx:pt>
          <cx:pt idx="637">0</cx:pt>
          <cx:pt idx="638">0</cx:pt>
          <cx:pt idx="639">1</cx:pt>
          <cx:pt idx="640">4</cx:pt>
          <cx:pt idx="641">7</cx:pt>
          <cx:pt idx="642">9</cx:pt>
          <cx:pt idx="643">10</cx:pt>
          <cx:pt idx="644">13</cx:pt>
          <cx:pt idx="645">18</cx:pt>
          <cx:pt idx="646">14</cx:pt>
          <cx:pt idx="647">19</cx:pt>
          <cx:pt idx="648">6</cx:pt>
          <cx:pt idx="649">8</cx:pt>
          <cx:pt idx="650">9</cx:pt>
          <cx:pt idx="651">3</cx:pt>
          <cx:pt idx="652">3</cx:pt>
          <cx:pt idx="653">2</cx:pt>
          <cx:pt idx="654">5</cx:pt>
          <cx:pt idx="655">1</cx:pt>
          <cx:pt idx="656">2</cx:pt>
          <cx:pt idx="657">0</cx:pt>
          <cx:pt idx="658">0</cx:pt>
          <cx:pt idx="659">0</cx:pt>
          <cx:pt idx="660">0</cx:pt>
          <cx:pt idx="661">0</cx:pt>
          <cx:pt idx="662">1</cx:pt>
          <cx:pt idx="663">3</cx:pt>
          <cx:pt idx="664">0</cx:pt>
          <cx:pt idx="665">1</cx:pt>
          <cx:pt idx="666">2</cx:pt>
          <cx:pt idx="667">6</cx:pt>
          <cx:pt idx="668">2</cx:pt>
          <cx:pt idx="669">1</cx:pt>
          <cx:pt idx="670">3</cx:pt>
          <cx:pt idx="671">3</cx:pt>
          <cx:pt idx="672">6</cx:pt>
          <cx:pt idx="673">3</cx:pt>
          <cx:pt idx="674">3</cx:pt>
          <cx:pt idx="675">0</cx:pt>
          <cx:pt idx="676">3</cx:pt>
          <cx:pt idx="677">0</cx:pt>
          <cx:pt idx="678">2</cx:pt>
          <cx:pt idx="679">2</cx:pt>
          <cx:pt idx="680">0</cx:pt>
          <cx:pt idx="681">0</cx:pt>
          <cx:pt idx="682">0</cx:pt>
          <cx:pt idx="683">0</cx:pt>
          <cx:pt idx="684">0</cx:pt>
          <cx:pt idx="685">0</cx:pt>
          <cx:pt idx="686">3</cx:pt>
          <cx:pt idx="687">2</cx:pt>
          <cx:pt idx="688">0</cx:pt>
          <cx:pt idx="689">2</cx:pt>
          <cx:pt idx="690">2</cx:pt>
          <cx:pt idx="691">3</cx:pt>
          <cx:pt idx="692">5</cx:pt>
          <cx:pt idx="693">7</cx:pt>
          <cx:pt idx="694">3</cx:pt>
          <cx:pt idx="695">4</cx:pt>
          <cx:pt idx="696">3</cx:pt>
          <cx:pt idx="697">3</cx:pt>
          <cx:pt idx="698">5</cx:pt>
          <cx:pt idx="699">0</cx:pt>
          <cx:pt idx="700">2</cx:pt>
          <cx:pt idx="701">1</cx:pt>
          <cx:pt idx="702">0</cx:pt>
          <cx:pt idx="703">0</cx:pt>
          <cx:pt idx="704">4</cx:pt>
          <cx:pt idx="705">0</cx:pt>
          <cx:pt idx="706">0</cx:pt>
          <cx:pt idx="707">0</cx:pt>
          <cx:pt idx="708">1</cx:pt>
          <cx:pt idx="709">1</cx:pt>
          <cx:pt idx="710">1</cx:pt>
          <cx:pt idx="711">4</cx:pt>
          <cx:pt idx="712">2</cx:pt>
          <cx:pt idx="713">5</cx:pt>
          <cx:pt idx="714">3</cx:pt>
          <cx:pt idx="715">1</cx:pt>
          <cx:pt idx="716">2</cx:pt>
          <cx:pt idx="717">10</cx:pt>
          <cx:pt idx="718">8</cx:pt>
          <cx:pt idx="719">7</cx:pt>
          <cx:pt idx="720">7</cx:pt>
          <cx:pt idx="721">3</cx:pt>
          <cx:pt idx="722">4</cx:pt>
          <cx:pt idx="723">1</cx:pt>
          <cx:pt idx="724">5</cx:pt>
          <cx:pt idx="725">3</cx:pt>
          <cx:pt idx="726">1</cx:pt>
          <cx:pt idx="727">0</cx:pt>
          <cx:pt idx="728">0</cx:pt>
          <cx:pt idx="729">0</cx:pt>
          <cx:pt idx="730">0</cx:pt>
          <cx:pt idx="731">0</cx:pt>
          <cx:pt idx="732">1</cx:pt>
          <cx:pt idx="733">4</cx:pt>
          <cx:pt idx="734">6</cx:pt>
          <cx:pt idx="735">2</cx:pt>
          <cx:pt idx="736">9</cx:pt>
          <cx:pt idx="737">2</cx:pt>
          <cx:pt idx="738">4</cx:pt>
          <cx:pt idx="739">4</cx:pt>
          <cx:pt idx="740">4</cx:pt>
          <cx:pt idx="741">5</cx:pt>
          <cx:pt idx="742">5</cx:pt>
          <cx:pt idx="743">2</cx:pt>
          <cx:pt idx="744">4</cx:pt>
          <cx:pt idx="745">1</cx:pt>
          <cx:pt idx="746">1</cx:pt>
          <cx:pt idx="747">2</cx:pt>
          <cx:pt idx="748">4</cx:pt>
          <cx:pt idx="749">3</cx:pt>
          <cx:pt idx="750">0</cx:pt>
          <cx:pt idx="751">0</cx:pt>
          <cx:pt idx="752">0</cx:pt>
          <cx:pt idx="753">0</cx:pt>
          <cx:pt idx="754">2</cx:pt>
          <cx:pt idx="755">0</cx:pt>
          <cx:pt idx="756">3</cx:pt>
          <cx:pt idx="757">3</cx:pt>
          <cx:pt idx="758">5</cx:pt>
          <cx:pt idx="759">3</cx:pt>
          <cx:pt idx="760">8</cx:pt>
          <cx:pt idx="761">9</cx:pt>
          <cx:pt idx="762">15</cx:pt>
          <cx:pt idx="763">9</cx:pt>
          <cx:pt idx="764">8</cx:pt>
          <cx:pt idx="765">10</cx:pt>
          <cx:pt idx="766">3</cx:pt>
          <cx:pt idx="767">1</cx:pt>
          <cx:pt idx="768">2</cx:pt>
          <cx:pt idx="769">2</cx:pt>
          <cx:pt idx="770">1</cx:pt>
          <cx:pt idx="771">1</cx:pt>
          <cx:pt idx="772">3</cx:pt>
          <cx:pt idx="773">1</cx:pt>
          <cx:pt idx="774">5</cx:pt>
          <cx:pt idx="775">1</cx:pt>
          <cx:pt idx="776">0</cx:pt>
          <cx:pt idx="777">0</cx:pt>
          <cx:pt idx="778">0</cx:pt>
          <cx:pt idx="779">0</cx:pt>
          <cx:pt idx="780">0</cx:pt>
          <cx:pt idx="781">3</cx:pt>
          <cx:pt idx="782">3</cx:pt>
          <cx:pt idx="783">1</cx:pt>
          <cx:pt idx="784">10</cx:pt>
          <cx:pt idx="785">10</cx:pt>
          <cx:pt idx="786">5</cx:pt>
          <cx:pt idx="787">11</cx:pt>
          <cx:pt idx="788">8</cx:pt>
          <cx:pt idx="789">14</cx:pt>
          <cx:pt idx="790">2</cx:pt>
          <cx:pt idx="791">6</cx:pt>
          <cx:pt idx="792">5</cx:pt>
          <cx:pt idx="793">3</cx:pt>
          <cx:pt idx="794">2</cx:pt>
          <cx:pt idx="795">7</cx:pt>
          <cx:pt idx="796">2</cx:pt>
          <cx:pt idx="797">4</cx:pt>
          <cx:pt idx="798">0</cx:pt>
          <cx:pt idx="799">3</cx:pt>
          <cx:pt idx="800">0</cx:pt>
          <cx:pt idx="801">0</cx:pt>
          <cx:pt idx="802">0</cx:pt>
          <cx:pt idx="803">0</cx:pt>
          <cx:pt idx="804">2</cx:pt>
          <cx:pt idx="805">7</cx:pt>
          <cx:pt idx="806">15</cx:pt>
          <cx:pt idx="807">28</cx:pt>
          <cx:pt idx="808">48</cx:pt>
          <cx:pt idx="809">47</cx:pt>
          <cx:pt idx="810">47</cx:pt>
          <cx:pt idx="811">52</cx:pt>
          <cx:pt idx="812">42</cx:pt>
          <cx:pt idx="813">24</cx:pt>
          <cx:pt idx="814">13</cx:pt>
          <cx:pt idx="815">1</cx:pt>
          <cx:pt idx="816">5</cx:pt>
          <cx:pt idx="817">5</cx:pt>
          <cx:pt idx="818">5</cx:pt>
          <cx:pt idx="819">4</cx:pt>
          <cx:pt idx="820">1</cx:pt>
          <cx:pt idx="821">1</cx:pt>
          <cx:pt idx="822">0</cx:pt>
          <cx:pt idx="823">0</cx:pt>
          <cx:pt idx="824">1</cx:pt>
          <cx:pt idx="825">1</cx:pt>
          <cx:pt idx="826">1</cx:pt>
          <cx:pt idx="827">6</cx:pt>
          <cx:pt idx="828">7</cx:pt>
          <cx:pt idx="829">3</cx:pt>
          <cx:pt idx="830">6</cx:pt>
          <cx:pt idx="831">11</cx:pt>
          <cx:pt idx="832">7</cx:pt>
          <cx:pt idx="833">10</cx:pt>
          <cx:pt idx="834">8</cx:pt>
          <cx:pt idx="835">4</cx:pt>
          <cx:pt idx="836">16</cx:pt>
          <cx:pt idx="837">9</cx:pt>
          <cx:pt idx="838">5</cx:pt>
          <cx:pt idx="839">5</cx:pt>
          <cx:pt idx="840">6</cx:pt>
          <cx:pt idx="841">3</cx:pt>
          <cx:pt idx="842">3</cx:pt>
          <cx:pt idx="843">6</cx:pt>
          <cx:pt idx="844">4</cx:pt>
          <cx:pt idx="845">0</cx:pt>
          <cx:pt idx="846">1</cx:pt>
          <cx:pt idx="847">0</cx:pt>
          <cx:pt idx="848">0</cx:pt>
          <cx:pt idx="849">0</cx:pt>
          <cx:pt idx="850">0</cx:pt>
          <cx:pt idx="851">3</cx:pt>
          <cx:pt idx="852">7</cx:pt>
          <cx:pt idx="853">7</cx:pt>
          <cx:pt idx="854">4</cx:pt>
          <cx:pt idx="855">1</cx:pt>
          <cx:pt idx="856">2</cx:pt>
          <cx:pt idx="857">2</cx:pt>
          <cx:pt idx="858">3</cx:pt>
          <cx:pt idx="859">6</cx:pt>
          <cx:pt idx="860">4</cx:pt>
          <cx:pt idx="861">4</cx:pt>
          <cx:pt idx="862">1</cx:pt>
          <cx:pt idx="863">1</cx:pt>
          <cx:pt idx="864">3</cx:pt>
          <cx:pt idx="865">8</cx:pt>
          <cx:pt idx="866">0</cx:pt>
          <cx:pt idx="867">3</cx:pt>
          <cx:pt idx="868">0</cx:pt>
          <cx:pt idx="869">0</cx:pt>
          <cx:pt idx="870">1</cx:pt>
          <cx:pt idx="871">0</cx:pt>
          <cx:pt idx="872">0</cx:pt>
          <cx:pt idx="873">0</cx:pt>
          <cx:pt idx="874">4</cx:pt>
          <cx:pt idx="875">1</cx:pt>
          <cx:pt idx="876">4</cx:pt>
          <cx:pt idx="877">8</cx:pt>
          <cx:pt idx="878">1</cx:pt>
          <cx:pt idx="879">4</cx:pt>
          <cx:pt idx="880">2</cx:pt>
          <cx:pt idx="881">2</cx:pt>
          <cx:pt idx="882">3</cx:pt>
          <cx:pt idx="883">7</cx:pt>
          <cx:pt idx="884">9</cx:pt>
          <cx:pt idx="885">2</cx:pt>
          <cx:pt idx="886">1</cx:pt>
          <cx:pt idx="887">0</cx:pt>
          <cx:pt idx="888">0</cx:pt>
          <cx:pt idx="889">4</cx:pt>
          <cx:pt idx="890">0</cx:pt>
          <cx:pt idx="891">0</cx:pt>
          <cx:pt idx="892">0</cx:pt>
          <cx:pt idx="893">0</cx:pt>
          <cx:pt idx="894">0</cx:pt>
          <cx:pt idx="895">0</cx:pt>
          <cx:pt idx="896">0</cx:pt>
          <cx:pt idx="897">0</cx:pt>
          <cx:pt idx="898">5</cx:pt>
          <cx:pt idx="899">1</cx:pt>
          <cx:pt idx="900">1</cx:pt>
          <cx:pt idx="901">1</cx:pt>
          <cx:pt idx="902">4</cx:pt>
          <cx:pt idx="903">3</cx:pt>
          <cx:pt idx="904">6</cx:pt>
          <cx:pt idx="905">0</cx:pt>
          <cx:pt idx="906">4</cx:pt>
          <cx:pt idx="907">6</cx:pt>
          <cx:pt idx="908">3</cx:pt>
          <cx:pt idx="909">2</cx:pt>
          <cx:pt idx="910">4</cx:pt>
          <cx:pt idx="911">2</cx:pt>
          <cx:pt idx="912">4</cx:pt>
          <cx:pt idx="913">1</cx:pt>
          <cx:pt idx="914">2</cx:pt>
          <cx:pt idx="915">1</cx:pt>
          <cx:pt idx="916">0</cx:pt>
          <cx:pt idx="917">0</cx:pt>
          <cx:pt idx="918">1</cx:pt>
          <cx:pt idx="919">1</cx:pt>
          <cx:pt idx="920">4</cx:pt>
          <cx:pt idx="921">8</cx:pt>
          <cx:pt idx="922">5</cx:pt>
          <cx:pt idx="923">12</cx:pt>
          <cx:pt idx="924">7</cx:pt>
          <cx:pt idx="925">21</cx:pt>
          <cx:pt idx="926">17</cx:pt>
          <cx:pt idx="927">12</cx:pt>
          <cx:pt idx="928">14</cx:pt>
          <cx:pt idx="929">18</cx:pt>
          <cx:pt idx="930">9</cx:pt>
          <cx:pt idx="931">7</cx:pt>
          <cx:pt idx="932">2</cx:pt>
          <cx:pt idx="933">1</cx:pt>
          <cx:pt idx="934">2</cx:pt>
          <cx:pt idx="935">5</cx:pt>
          <cx:pt idx="936">3</cx:pt>
          <cx:pt idx="937">2</cx:pt>
          <cx:pt idx="938">2</cx:pt>
          <cx:pt idx="939">3</cx:pt>
          <cx:pt idx="940">0</cx:pt>
          <cx:pt idx="941">0</cx:pt>
          <cx:pt idx="942">1</cx:pt>
          <cx:pt idx="943">2</cx:pt>
          <cx:pt idx="944">2</cx:pt>
          <cx:pt idx="945">5</cx:pt>
          <cx:pt idx="946">13</cx:pt>
          <cx:pt idx="947">30</cx:pt>
          <cx:pt idx="948">27</cx:pt>
          <cx:pt idx="949">32</cx:pt>
          <cx:pt idx="950">30</cx:pt>
          <cx:pt idx="951">47</cx:pt>
          <cx:pt idx="952">42</cx:pt>
          <cx:pt idx="953">24</cx:pt>
          <cx:pt idx="954">4</cx:pt>
          <cx:pt idx="955">2</cx:pt>
          <cx:pt idx="956">1</cx:pt>
          <cx:pt idx="957">9</cx:pt>
          <cx:pt idx="958">6</cx:pt>
          <cx:pt idx="959">1</cx:pt>
          <cx:pt idx="960">5</cx:pt>
          <cx:pt idx="961">1</cx:pt>
          <cx:pt idx="962">1</cx:pt>
          <cx:pt idx="963">4</cx:pt>
          <cx:pt idx="964">0</cx:pt>
          <cx:pt idx="965">2</cx:pt>
          <cx:pt idx="966">0</cx:pt>
          <cx:pt idx="967">1</cx:pt>
          <cx:pt idx="968">12</cx:pt>
          <cx:pt idx="969">19</cx:pt>
          <cx:pt idx="970">26</cx:pt>
          <cx:pt idx="971">58</cx:pt>
          <cx:pt idx="972">62</cx:pt>
          <cx:pt idx="973">51</cx:pt>
          <cx:pt idx="974">40</cx:pt>
          <cx:pt idx="975">28</cx:pt>
          <cx:pt idx="976">30</cx:pt>
          <cx:pt idx="977">17</cx:pt>
          <cx:pt idx="978">11</cx:pt>
          <cx:pt idx="979">15</cx:pt>
          <cx:pt idx="980">6</cx:pt>
          <cx:pt idx="981">5</cx:pt>
          <cx:pt idx="982">3</cx:pt>
          <cx:pt idx="983">3</cx:pt>
          <cx:pt idx="984">1</cx:pt>
          <cx:pt idx="985">0</cx:pt>
          <cx:pt idx="986">1</cx:pt>
          <cx:pt idx="987">0</cx:pt>
          <cx:pt idx="988">0</cx:pt>
          <cx:pt idx="989">1</cx:pt>
          <cx:pt idx="990">2</cx:pt>
          <cx:pt idx="991">10</cx:pt>
          <cx:pt idx="992">2</cx:pt>
          <cx:pt idx="993">2</cx:pt>
          <cx:pt idx="994">5</cx:pt>
          <cx:pt idx="995">1</cx:pt>
          <cx:pt idx="996">1</cx:pt>
          <cx:pt idx="997">0</cx:pt>
          <cx:pt idx="998">1</cx:pt>
          <cx:pt idx="999">2</cx:pt>
        </cx:lvl>
      </cx:numDim>
    </cx:data>
    <cx:data id="1">
      <cx:strDim type="cat">
        <cx:f>Sheet1!$A$1:$A$1001</cx:f>
        <cx:lvl ptCount="1001">
          <cx:pt idx="0">Weather Sit</cx:pt>
          <cx:pt idx="1">1</cx:pt>
          <cx:pt idx="2">1</cx:pt>
          <cx:pt idx="3">1</cx:pt>
          <cx:pt idx="4">1</cx:pt>
          <cx:pt idx="5">1</cx:pt>
          <cx:pt idx="6">2</cx:pt>
          <cx:pt idx="7">1</cx:pt>
          <cx:pt idx="8">1</cx:pt>
          <cx:pt idx="9">1</cx:pt>
          <cx:pt idx="10">1</cx:pt>
          <cx:pt idx="11">1</cx:pt>
          <cx:pt idx="12">1</cx:pt>
          <cx:pt idx="13">1</cx:pt>
          <cx:pt idx="14">2</cx:pt>
          <cx:pt idx="15">2</cx:pt>
          <cx:pt idx="16">2</cx:pt>
          <cx:pt idx="17">2</cx:pt>
          <cx:pt idx="18">2</cx:pt>
          <cx:pt idx="19">3</cx:pt>
          <cx:pt idx="20">3</cx:pt>
          <cx:pt idx="21">2</cx:pt>
          <cx:pt idx="22">2</cx:pt>
          <cx:pt idx="23">2</cx:pt>
          <cx:pt idx="24">2</cx:pt>
          <cx:pt idx="25">2</cx:pt>
          <cx:pt idx="26">2</cx:pt>
          <cx:pt idx="27">2</cx:pt>
          <cx:pt idx="28">2</cx:pt>
          <cx:pt idx="29">2</cx:pt>
          <cx:pt idx="30">3</cx:pt>
          <cx:pt idx="31">2</cx:pt>
          <cx:pt idx="32">3</cx:pt>
          <cx:pt idx="33">2</cx:pt>
          <cx:pt idx="34">2</cx:pt>
          <cx:pt idx="35">2</cx:pt>
          <cx:pt idx="36">2</cx:pt>
          <cx:pt idx="37">2</cx:pt>
          <cx:pt idx="38">3</cx:pt>
          <cx:pt idx="39">3</cx:pt>
          <cx:pt idx="40">3</cx:pt>
          <cx:pt idx="41">1</cx:pt>
          <cx:pt idx="42">2</cx:pt>
          <cx:pt idx="43">1</cx:pt>
          <cx:pt idx="44">1</cx:pt>
          <cx:pt idx="45">1</cx:pt>
          <cx:pt idx="46">1</cx:pt>
          <cx:pt idx="47">1</cx:pt>
          <cx:pt idx="48">1</cx:pt>
          <cx:pt idx="49">1</cx:pt>
          <cx:pt idx="50">1</cx:pt>
          <cx:pt idx="51">1</cx:pt>
          <cx:pt idx="52">1</cx:pt>
          <cx:pt idx="53">1</cx:pt>
          <cx:pt idx="54">1</cx:pt>
          <cx:pt idx="55">1</cx:pt>
          <cx:pt idx="56">1</cx:pt>
          <cx:pt idx="57">1</cx:pt>
          <cx:pt idx="58">1</cx:pt>
          <cx:pt idx="59">1</cx:pt>
          <cx:pt idx="60">1</cx:pt>
          <cx:pt idx="61">1</cx:pt>
          <cx:pt idx="62">1</cx:pt>
          <cx:pt idx="63">1</cx:pt>
          <cx:pt idx="64">1</cx:pt>
          <cx:pt idx="65">1</cx:pt>
          <cx:pt idx="66">1</cx:pt>
          <cx:pt idx="67">1</cx:pt>
          <cx:pt idx="68">1</cx:pt>
          <cx:pt idx="69">1</cx:pt>
          <cx:pt idx="70">1</cx:pt>
          <cx:pt idx="71">1</cx:pt>
          <cx:pt idx="72">1</cx:pt>
          <cx:pt idx="73">1</cx:pt>
          <cx:pt idx="74">1</cx:pt>
          <cx:pt idx="75">1</cx:pt>
          <cx:pt idx="76">1</cx:pt>
          <cx:pt idx="77">1</cx:pt>
          <cx:pt idx="78">1</cx:pt>
          <cx:pt idx="79">2</cx:pt>
          <cx:pt idx="80">1</cx:pt>
          <cx:pt idx="81">1</cx:pt>
          <cx:pt idx="82">1</cx:pt>
          <cx:pt idx="83">1</cx:pt>
          <cx:pt idx="84">1</cx:pt>
          <cx:pt idx="85">1</cx:pt>
          <cx:pt idx="86">1</cx:pt>
          <cx:pt idx="87">1</cx:pt>
          <cx:pt idx="88">1</cx:pt>
          <cx:pt idx="89">1</cx:pt>
          <cx:pt idx="90">1</cx:pt>
          <cx:pt idx="91">1</cx:pt>
          <cx:pt idx="92">1</cx:pt>
          <cx:pt idx="93">1</cx:pt>
          <cx:pt idx="94">1</cx:pt>
          <cx:pt idx="95">1</cx:pt>
          <cx:pt idx="96">1</cx:pt>
          <cx:pt idx="97">1</cx:pt>
          <cx:pt idx="98">1</cx:pt>
          <cx:pt idx="99">1</cx:pt>
          <cx:pt idx="100">1</cx:pt>
          <cx:pt idx="101">1</cx:pt>
          <cx:pt idx="102">1</cx:pt>
          <cx:pt idx="103">1</cx:pt>
          <cx:pt idx="104">1</cx:pt>
          <cx:pt idx="105">1</cx:pt>
          <cx:pt idx="106">1</cx:pt>
          <cx:pt idx="107">1</cx:pt>
          <cx:pt idx="108">1</cx:pt>
          <cx:pt idx="109">1</cx:pt>
          <cx:pt idx="110">1</cx:pt>
          <cx:pt idx="111">1</cx:pt>
          <cx:pt idx="112">1</cx:pt>
          <cx:pt idx="113">1</cx:pt>
          <cx:pt idx="114">1</cx:pt>
          <cx:pt idx="115">1</cx:pt>
          <cx:pt idx="116">1</cx:pt>
          <cx:pt idx="117">1</cx:pt>
          <cx:pt idx="118">1</cx:pt>
          <cx:pt idx="119">2</cx:pt>
          <cx:pt idx="120">2</cx:pt>
          <cx:pt idx="121">2</cx:pt>
          <cx:pt idx="122">2</cx:pt>
          <cx:pt idx="123">1</cx:pt>
          <cx:pt idx="124">2</cx:pt>
          <cx:pt idx="125">1</cx:pt>
          <cx:pt idx="126">1</cx:pt>
          <cx:pt idx="127">1</cx:pt>
          <cx:pt idx="128">1</cx:pt>
          <cx:pt idx="129">1</cx:pt>
          <cx:pt idx="130">1</cx:pt>
          <cx:pt idx="131">1</cx:pt>
          <cx:pt idx="132">1</cx:pt>
          <cx:pt idx="133">1</cx:pt>
          <cx:pt idx="134">1</cx:pt>
          <cx:pt idx="135">1</cx:pt>
          <cx:pt idx="136">2</cx:pt>
          <cx:pt idx="137">2</cx:pt>
          <cx:pt idx="138">2</cx:pt>
          <cx:pt idx="139">2</cx:pt>
          <cx:pt idx="140">2</cx:pt>
          <cx:pt idx="141">2</cx:pt>
          <cx:pt idx="142">2</cx:pt>
          <cx:pt idx="143">3</cx:pt>
          <cx:pt idx="144">2</cx:pt>
          <cx:pt idx="145">1</cx:pt>
          <cx:pt idx="146">1</cx:pt>
          <cx:pt idx="147">1</cx:pt>
          <cx:pt idx="148">1</cx:pt>
          <cx:pt idx="149">2</cx:pt>
          <cx:pt idx="150">2</cx:pt>
          <cx:pt idx="151">2</cx:pt>
          <cx:pt idx="152">2</cx:pt>
          <cx:pt idx="153">2</cx:pt>
          <cx:pt idx="154">2</cx:pt>
          <cx:pt idx="155">2</cx:pt>
          <cx:pt idx="156">1</cx:pt>
          <cx:pt idx="157">1</cx:pt>
          <cx:pt idx="158">1</cx:pt>
          <cx:pt idx="159">1</cx:pt>
          <cx:pt idx="160">2</cx:pt>
          <cx:pt idx="161">2</cx:pt>
          <cx:pt idx="162">2</cx:pt>
          <cx:pt idx="163">2</cx:pt>
          <cx:pt idx="164">2</cx:pt>
          <cx:pt idx="165">3</cx:pt>
          <cx:pt idx="166">3</cx:pt>
          <cx:pt idx="167">2</cx:pt>
          <cx:pt idx="168">2</cx:pt>
          <cx:pt idx="169">2</cx:pt>
          <cx:pt idx="170">3</cx:pt>
          <cx:pt idx="171">3</cx:pt>
          <cx:pt idx="172">2</cx:pt>
          <cx:pt idx="173">2</cx:pt>
          <cx:pt idx="174">2</cx:pt>
          <cx:pt idx="175">1</cx:pt>
          <cx:pt idx="176">1</cx:pt>
          <cx:pt idx="177">1</cx:pt>
          <cx:pt idx="178">1</cx:pt>
          <cx:pt idx="179">1</cx:pt>
          <cx:pt idx="180">1</cx:pt>
          <cx:pt idx="181">1</cx:pt>
          <cx:pt idx="182">1</cx:pt>
          <cx:pt idx="183">1</cx:pt>
          <cx:pt idx="184">1</cx:pt>
          <cx:pt idx="185">1</cx:pt>
          <cx:pt idx="186">1</cx:pt>
          <cx:pt idx="187">1</cx:pt>
          <cx:pt idx="188">1</cx:pt>
          <cx:pt idx="189">1</cx:pt>
          <cx:pt idx="190">1</cx:pt>
          <cx:pt idx="191">1</cx:pt>
          <cx:pt idx="192">1</cx:pt>
          <cx:pt idx="193">1</cx:pt>
          <cx:pt idx="194">1</cx:pt>
          <cx:pt idx="195">1</cx:pt>
          <cx:pt idx="196">1</cx:pt>
          <cx:pt idx="197">1</cx:pt>
          <cx:pt idx="198">1</cx:pt>
          <cx:pt idx="199">1</cx:pt>
          <cx:pt idx="200">1</cx:pt>
          <cx:pt idx="201">1</cx:pt>
          <cx:pt idx="202">1</cx:pt>
          <cx:pt idx="203">1</cx:pt>
          <cx:pt idx="204">1</cx:pt>
          <cx:pt idx="205">1</cx:pt>
          <cx:pt idx="206">1</cx:pt>
          <cx:pt idx="207">1</cx:pt>
          <cx:pt idx="208">1</cx:pt>
          <cx:pt idx="209">1</cx:pt>
          <cx:pt idx="210">1</cx:pt>
          <cx:pt idx="211">1</cx:pt>
          <cx:pt idx="212">1</cx:pt>
          <cx:pt idx="213">1</cx:pt>
          <cx:pt idx="214">1</cx:pt>
          <cx:pt idx="215">1</cx:pt>
          <cx:pt idx="216">1</cx:pt>
          <cx:pt idx="217">1</cx:pt>
          <cx:pt idx="218">2</cx:pt>
          <cx:pt idx="219">2</cx:pt>
          <cx:pt idx="220">2</cx:pt>
          <cx:pt idx="221">2</cx:pt>
          <cx:pt idx="222">2</cx:pt>
          <cx:pt idx="223">2</cx:pt>
          <cx:pt idx="224">2</cx:pt>
          <cx:pt idx="225">2</cx:pt>
          <cx:pt idx="226">1</cx:pt>
          <cx:pt idx="227">1</cx:pt>
          <cx:pt idx="228">1</cx:pt>
          <cx:pt idx="229">1</cx:pt>
          <cx:pt idx="230">1</cx:pt>
          <cx:pt idx="231">1</cx:pt>
          <cx:pt idx="232">1</cx:pt>
          <cx:pt idx="233">1</cx:pt>
          <cx:pt idx="234">1</cx:pt>
          <cx:pt idx="235">1</cx:pt>
          <cx:pt idx="236">2</cx:pt>
          <cx:pt idx="237">2</cx:pt>
          <cx:pt idx="238">2</cx:pt>
          <cx:pt idx="239">2</cx:pt>
          <cx:pt idx="240">2</cx:pt>
          <cx:pt idx="241">2</cx:pt>
          <cx:pt idx="242">2</cx:pt>
          <cx:pt idx="243">2</cx:pt>
          <cx:pt idx="244">2</cx:pt>
          <cx:pt idx="245">2</cx:pt>
          <cx:pt idx="246">2</cx:pt>
          <cx:pt idx="247">2</cx:pt>
          <cx:pt idx="248">2</cx:pt>
          <cx:pt idx="249">2</cx:pt>
          <cx:pt idx="250">3</cx:pt>
          <cx:pt idx="251">3</cx:pt>
          <cx:pt idx="252">3</cx:pt>
          <cx:pt idx="253">3</cx:pt>
          <cx:pt idx="254">3</cx:pt>
          <cx:pt idx="255">3</cx:pt>
          <cx:pt idx="256">2</cx:pt>
          <cx:pt idx="257">2</cx:pt>
          <cx:pt idx="258">1</cx:pt>
          <cx:pt idx="259">1</cx:pt>
          <cx:pt idx="260">1</cx:pt>
          <cx:pt idx="261">1</cx:pt>
          <cx:pt idx="262">1</cx:pt>
          <cx:pt idx="263">1</cx:pt>
          <cx:pt idx="264">1</cx:pt>
          <cx:pt idx="265">1</cx:pt>
          <cx:pt idx="266">1</cx:pt>
          <cx:pt idx="267">1</cx:pt>
          <cx:pt idx="268">1</cx:pt>
          <cx:pt idx="269">1</cx:pt>
          <cx:pt idx="270">1</cx:pt>
          <cx:pt idx="271">1</cx:pt>
          <cx:pt idx="272">1</cx:pt>
          <cx:pt idx="273">1</cx:pt>
          <cx:pt idx="274">1</cx:pt>
          <cx:pt idx="275">1</cx:pt>
          <cx:pt idx="276">1</cx:pt>
          <cx:pt idx="277">1</cx:pt>
          <cx:pt idx="278">1</cx:pt>
          <cx:pt idx="279">1</cx:pt>
          <cx:pt idx="280">1</cx:pt>
          <cx:pt idx="281">1</cx:pt>
          <cx:pt idx="282">1</cx:pt>
          <cx:pt idx="283">1</cx:pt>
          <cx:pt idx="284">1</cx:pt>
          <cx:pt idx="285">1</cx:pt>
          <cx:pt idx="286">1</cx:pt>
          <cx:pt idx="287">1</cx:pt>
          <cx:pt idx="288">2</cx:pt>
          <cx:pt idx="289">2</cx:pt>
          <cx:pt idx="290">1</cx:pt>
          <cx:pt idx="291">1</cx:pt>
          <cx:pt idx="292">1</cx:pt>
          <cx:pt idx="293">1</cx:pt>
          <cx:pt idx="294">1</cx:pt>
          <cx:pt idx="295">1</cx:pt>
          <cx:pt idx="296">1</cx:pt>
          <cx:pt idx="297">1</cx:pt>
          <cx:pt idx="298">1</cx:pt>
          <cx:pt idx="299">1</cx:pt>
          <cx:pt idx="300">1</cx:pt>
          <cx:pt idx="301">1</cx:pt>
          <cx:pt idx="302">1</cx:pt>
          <cx:pt idx="303">1</cx:pt>
          <cx:pt idx="304">1</cx:pt>
          <cx:pt idx="305">1</cx:pt>
          <cx:pt idx="306">1</cx:pt>
          <cx:pt idx="307">1</cx:pt>
          <cx:pt idx="308">1</cx:pt>
          <cx:pt idx="309">1</cx:pt>
          <cx:pt idx="310">1</cx:pt>
          <cx:pt idx="311">1</cx:pt>
          <cx:pt idx="312">1</cx:pt>
          <cx:pt idx="313">1</cx:pt>
          <cx:pt idx="314">1</cx:pt>
          <cx:pt idx="315">1</cx:pt>
          <cx:pt idx="316">1</cx:pt>
          <cx:pt idx="317">1</cx:pt>
          <cx:pt idx="318">1</cx:pt>
          <cx:pt idx="319">1</cx:pt>
          <cx:pt idx="320">1</cx:pt>
          <cx:pt idx="321">1</cx:pt>
          <cx:pt idx="322">1</cx:pt>
          <cx:pt idx="323">2</cx:pt>
          <cx:pt idx="324">2</cx:pt>
          <cx:pt idx="325">1</cx:pt>
          <cx:pt idx="326">2</cx:pt>
          <cx:pt idx="327">2</cx:pt>
          <cx:pt idx="328">2</cx:pt>
          <cx:pt idx="329">2</cx:pt>
          <cx:pt idx="330">1</cx:pt>
          <cx:pt idx="331">1</cx:pt>
          <cx:pt idx="332">1</cx:pt>
          <cx:pt idx="333">1</cx:pt>
          <cx:pt idx="334">1</cx:pt>
          <cx:pt idx="335">1</cx:pt>
          <cx:pt idx="336">1</cx:pt>
          <cx:pt idx="337">1</cx:pt>
          <cx:pt idx="338">1</cx:pt>
          <cx:pt idx="339">1</cx:pt>
          <cx:pt idx="340">2</cx:pt>
          <cx:pt idx="341">2</cx:pt>
          <cx:pt idx="342">2</cx:pt>
          <cx:pt idx="343">2</cx:pt>
          <cx:pt idx="344">2</cx:pt>
          <cx:pt idx="345">2</cx:pt>
          <cx:pt idx="346">2</cx:pt>
          <cx:pt idx="347">2</cx:pt>
          <cx:pt idx="348">1</cx:pt>
          <cx:pt idx="349">1</cx:pt>
          <cx:pt idx="350">1</cx:pt>
          <cx:pt idx="351">1</cx:pt>
          <cx:pt idx="352">1</cx:pt>
          <cx:pt idx="353">1</cx:pt>
          <cx:pt idx="354">2</cx:pt>
          <cx:pt idx="355">2</cx:pt>
          <cx:pt idx="356">2</cx:pt>
          <cx:pt idx="357">1</cx:pt>
          <cx:pt idx="358">1</cx:pt>
          <cx:pt idx="359">1</cx:pt>
          <cx:pt idx="360">1</cx:pt>
          <cx:pt idx="361">1</cx:pt>
          <cx:pt idx="362">1</cx:pt>
          <cx:pt idx="363">1</cx:pt>
          <cx:pt idx="364">1</cx:pt>
          <cx:pt idx="365">1</cx:pt>
          <cx:pt idx="366">1</cx:pt>
          <cx:pt idx="367">1</cx:pt>
          <cx:pt idx="368">1</cx:pt>
          <cx:pt idx="369">1</cx:pt>
          <cx:pt idx="370">1</cx:pt>
          <cx:pt idx="371">2</cx:pt>
          <cx:pt idx="372">2</cx:pt>
          <cx:pt idx="373">2</cx:pt>
          <cx:pt idx="374">2</cx:pt>
          <cx:pt idx="375">2</cx:pt>
          <cx:pt idx="376">2</cx:pt>
          <cx:pt idx="377">2</cx:pt>
          <cx:pt idx="378">2</cx:pt>
          <cx:pt idx="379">2</cx:pt>
          <cx:pt idx="380">2</cx:pt>
          <cx:pt idx="381">2</cx:pt>
          <cx:pt idx="382">2</cx:pt>
          <cx:pt idx="383">2</cx:pt>
          <cx:pt idx="384">2</cx:pt>
          <cx:pt idx="385">2</cx:pt>
          <cx:pt idx="386">2</cx:pt>
          <cx:pt idx="387">2</cx:pt>
          <cx:pt idx="388">2</cx:pt>
          <cx:pt idx="389">2</cx:pt>
          <cx:pt idx="390">1</cx:pt>
          <cx:pt idx="391">2</cx:pt>
          <cx:pt idx="392">3</cx:pt>
          <cx:pt idx="393">3</cx:pt>
          <cx:pt idx="394">3</cx:pt>
          <cx:pt idx="395">3</cx:pt>
          <cx:pt idx="396">3</cx:pt>
          <cx:pt idx="397">2</cx:pt>
          <cx:pt idx="398">2</cx:pt>
          <cx:pt idx="399">2</cx:pt>
          <cx:pt idx="400">2</cx:pt>
          <cx:pt idx="401">2</cx:pt>
          <cx:pt idx="402">2</cx:pt>
          <cx:pt idx="403">2</cx:pt>
          <cx:pt idx="404">2</cx:pt>
          <cx:pt idx="405">2</cx:pt>
          <cx:pt idx="406">2</cx:pt>
          <cx:pt idx="407">2</cx:pt>
          <cx:pt idx="408">2</cx:pt>
          <cx:pt idx="409">2</cx:pt>
          <cx:pt idx="410">3</cx:pt>
          <cx:pt idx="411">3</cx:pt>
          <cx:pt idx="412">3</cx:pt>
          <cx:pt idx="413">2</cx:pt>
          <cx:pt idx="414">2</cx:pt>
          <cx:pt idx="415">2</cx:pt>
          <cx:pt idx="416">2</cx:pt>
          <cx:pt idx="417">2</cx:pt>
          <cx:pt idx="418">2</cx:pt>
          <cx:pt idx="419">2</cx:pt>
          <cx:pt idx="420">2</cx:pt>
          <cx:pt idx="421">1</cx:pt>
          <cx:pt idx="422">1</cx:pt>
          <cx:pt idx="423">1</cx:pt>
          <cx:pt idx="424">1</cx:pt>
          <cx:pt idx="425">1</cx:pt>
          <cx:pt idx="426">1</cx:pt>
          <cx:pt idx="427">1</cx:pt>
          <cx:pt idx="428">1</cx:pt>
          <cx:pt idx="429">1</cx:pt>
          <cx:pt idx="430">1</cx:pt>
          <cx:pt idx="431">1</cx:pt>
          <cx:pt idx="432">1</cx:pt>
          <cx:pt idx="433">1</cx:pt>
          <cx:pt idx="434">1</cx:pt>
          <cx:pt idx="435">1</cx:pt>
          <cx:pt idx="436">1</cx:pt>
          <cx:pt idx="437">1</cx:pt>
          <cx:pt idx="438">1</cx:pt>
          <cx:pt idx="439">1</cx:pt>
          <cx:pt idx="440">1</cx:pt>
          <cx:pt idx="441">2</cx:pt>
          <cx:pt idx="442">1</cx:pt>
          <cx:pt idx="443">2</cx:pt>
          <cx:pt idx="444">2</cx:pt>
          <cx:pt idx="445">2</cx:pt>
          <cx:pt idx="446">2</cx:pt>
          <cx:pt idx="447">2</cx:pt>
          <cx:pt idx="448">2</cx:pt>
          <cx:pt idx="449">2</cx:pt>
          <cx:pt idx="450">2</cx:pt>
          <cx:pt idx="451">1</cx:pt>
          <cx:pt idx="452">2</cx:pt>
          <cx:pt idx="453">2</cx:pt>
          <cx:pt idx="454">2</cx:pt>
          <cx:pt idx="455">2</cx:pt>
          <cx:pt idx="456">2</cx:pt>
          <cx:pt idx="457">2</cx:pt>
          <cx:pt idx="458">3</cx:pt>
          <cx:pt idx="459">3</cx:pt>
          <cx:pt idx="460">2</cx:pt>
          <cx:pt idx="461">1</cx:pt>
          <cx:pt idx="462">1</cx:pt>
          <cx:pt idx="463">1</cx:pt>
          <cx:pt idx="464">1</cx:pt>
          <cx:pt idx="465">1</cx:pt>
          <cx:pt idx="466">1</cx:pt>
          <cx:pt idx="467">1</cx:pt>
          <cx:pt idx="468">1</cx:pt>
          <cx:pt idx="469">1</cx:pt>
          <cx:pt idx="470">1</cx:pt>
          <cx:pt idx="471">1</cx:pt>
          <cx:pt idx="472">1</cx:pt>
          <cx:pt idx="473">1</cx:pt>
          <cx:pt idx="474">1</cx:pt>
          <cx:pt idx="475">1</cx:pt>
          <cx:pt idx="476">1</cx:pt>
          <cx:pt idx="477">1</cx:pt>
          <cx:pt idx="478">1</cx:pt>
          <cx:pt idx="479">1</cx:pt>
          <cx:pt idx="480">1</cx:pt>
          <cx:pt idx="481">2</cx:pt>
          <cx:pt idx="482">2</cx:pt>
          <cx:pt idx="483">2</cx:pt>
          <cx:pt idx="484">2</cx:pt>
          <cx:pt idx="485">2</cx:pt>
          <cx:pt idx="486">1</cx:pt>
          <cx:pt idx="487">1</cx:pt>
          <cx:pt idx="488">1</cx:pt>
          <cx:pt idx="489">2</cx:pt>
          <cx:pt idx="490">2</cx:pt>
          <cx:pt idx="491">2</cx:pt>
          <cx:pt idx="492">1</cx:pt>
          <cx:pt idx="493">1</cx:pt>
          <cx:pt idx="494">1</cx:pt>
          <cx:pt idx="495">1</cx:pt>
          <cx:pt idx="496">1</cx:pt>
          <cx:pt idx="497">1</cx:pt>
          <cx:pt idx="498">1</cx:pt>
          <cx:pt idx="499">1</cx:pt>
          <cx:pt idx="500">1</cx:pt>
          <cx:pt idx="501">1</cx:pt>
          <cx:pt idx="502">1</cx:pt>
          <cx:pt idx="503">1</cx:pt>
          <cx:pt idx="504">1</cx:pt>
          <cx:pt idx="505">1</cx:pt>
          <cx:pt idx="506">1</cx:pt>
          <cx:pt idx="507">2</cx:pt>
          <cx:pt idx="508">2</cx:pt>
          <cx:pt idx="509">1</cx:pt>
          <cx:pt idx="510">1</cx:pt>
          <cx:pt idx="511">1</cx:pt>
          <cx:pt idx="512">1</cx:pt>
          <cx:pt idx="513">1</cx:pt>
          <cx:pt idx="514">1</cx:pt>
          <cx:pt idx="515">1</cx:pt>
          <cx:pt idx="516">1</cx:pt>
          <cx:pt idx="517">1</cx:pt>
          <cx:pt idx="518">1</cx:pt>
          <cx:pt idx="519">1</cx:pt>
          <cx:pt idx="520">1</cx:pt>
          <cx:pt idx="521">1</cx:pt>
          <cx:pt idx="522">1</cx:pt>
          <cx:pt idx="523">1</cx:pt>
          <cx:pt idx="524">1</cx:pt>
          <cx:pt idx="525">1</cx:pt>
          <cx:pt idx="526">1</cx:pt>
          <cx:pt idx="527">1</cx:pt>
          <cx:pt idx="528">1</cx:pt>
          <cx:pt idx="529">1</cx:pt>
          <cx:pt idx="530">1</cx:pt>
          <cx:pt idx="531">1</cx:pt>
          <cx:pt idx="532">1</cx:pt>
          <cx:pt idx="533">1</cx:pt>
          <cx:pt idx="534">1</cx:pt>
          <cx:pt idx="535">1</cx:pt>
          <cx:pt idx="536">1</cx:pt>
          <cx:pt idx="537">2</cx:pt>
          <cx:pt idx="538">2</cx:pt>
          <cx:pt idx="539">2</cx:pt>
          <cx:pt idx="540">1</cx:pt>
          <cx:pt idx="541">1</cx:pt>
          <cx:pt idx="542">1</cx:pt>
          <cx:pt idx="543">1</cx:pt>
          <cx:pt idx="544">1</cx:pt>
          <cx:pt idx="545">1</cx:pt>
          <cx:pt idx="546">1</cx:pt>
          <cx:pt idx="547">2</cx:pt>
          <cx:pt idx="548">2</cx:pt>
          <cx:pt idx="549">2</cx:pt>
          <cx:pt idx="550">2</cx:pt>
          <cx:pt idx="551">1</cx:pt>
          <cx:pt idx="552">1</cx:pt>
          <cx:pt idx="553">1</cx:pt>
          <cx:pt idx="554">1</cx:pt>
          <cx:pt idx="555">1</cx:pt>
          <cx:pt idx="556">2</cx:pt>
          <cx:pt idx="557">2</cx:pt>
          <cx:pt idx="558">2</cx:pt>
          <cx:pt idx="559">2</cx:pt>
          <cx:pt idx="560">2</cx:pt>
          <cx:pt idx="561">2</cx:pt>
          <cx:pt idx="562">2</cx:pt>
          <cx:pt idx="563">2</cx:pt>
          <cx:pt idx="564">2</cx:pt>
          <cx:pt idx="565">1</cx:pt>
          <cx:pt idx="566">2</cx:pt>
          <cx:pt idx="567">2</cx:pt>
          <cx:pt idx="568">1</cx:pt>
          <cx:pt idx="569">1</cx:pt>
          <cx:pt idx="570">1</cx:pt>
          <cx:pt idx="571">2</cx:pt>
          <cx:pt idx="572">2</cx:pt>
          <cx:pt idx="573">2</cx:pt>
          <cx:pt idx="574">3</cx:pt>
          <cx:pt idx="575">3</cx:pt>
          <cx:pt idx="576">3</cx:pt>
          <cx:pt idx="577">3</cx:pt>
          <cx:pt idx="578">3</cx:pt>
          <cx:pt idx="579">3</cx:pt>
          <cx:pt idx="580">3</cx:pt>
          <cx:pt idx="581">3</cx:pt>
          <cx:pt idx="582">3</cx:pt>
          <cx:pt idx="583">3</cx:pt>
          <cx:pt idx="584">3</cx:pt>
          <cx:pt idx="585">3</cx:pt>
          <cx:pt idx="586">4</cx:pt>
          <cx:pt idx="587">3</cx:pt>
          <cx:pt idx="588">1</cx:pt>
          <cx:pt idx="589">1</cx:pt>
          <cx:pt idx="590">1</cx:pt>
          <cx:pt idx="591">1</cx:pt>
          <cx:pt idx="592">1</cx:pt>
          <cx:pt idx="593">1</cx:pt>
          <cx:pt idx="594">1</cx:pt>
          <cx:pt idx="595">1</cx:pt>
          <cx:pt idx="596">2</cx:pt>
          <cx:pt idx="597">2</cx:pt>
          <cx:pt idx="598">2</cx:pt>
          <cx:pt idx="599">2</cx:pt>
          <cx:pt idx="600">2</cx:pt>
          <cx:pt idx="601">2</cx:pt>
          <cx:pt idx="602">2</cx:pt>
          <cx:pt idx="603">2</cx:pt>
          <cx:pt idx="604">3</cx:pt>
          <cx:pt idx="605">3</cx:pt>
          <cx:pt idx="606">3</cx:pt>
          <cx:pt idx="607">3</cx:pt>
          <cx:pt idx="608">3</cx:pt>
          <cx:pt idx="609">3</cx:pt>
          <cx:pt idx="610">2</cx:pt>
          <cx:pt idx="611">1</cx:pt>
          <cx:pt idx="612">1</cx:pt>
          <cx:pt idx="613">1</cx:pt>
          <cx:pt idx="614">1</cx:pt>
          <cx:pt idx="615">1</cx:pt>
          <cx:pt idx="616">1</cx:pt>
          <cx:pt idx="617">1</cx:pt>
          <cx:pt idx="618">1</cx:pt>
          <cx:pt idx="619">2</cx:pt>
          <cx:pt idx="620">2</cx:pt>
          <cx:pt idx="621">2</cx:pt>
          <cx:pt idx="622">2</cx:pt>
          <cx:pt idx="623">2</cx:pt>
          <cx:pt idx="624">1</cx:pt>
          <cx:pt idx="625">1</cx:pt>
          <cx:pt idx="626">1</cx:pt>
          <cx:pt idx="627">1</cx:pt>
          <cx:pt idx="628">2</cx:pt>
          <cx:pt idx="629">1</cx:pt>
          <cx:pt idx="630">1</cx:pt>
          <cx:pt idx="631">1</cx:pt>
          <cx:pt idx="632">1</cx:pt>
          <cx:pt idx="633">1</cx:pt>
          <cx:pt idx="634">1</cx:pt>
          <cx:pt idx="635">1</cx:pt>
          <cx:pt idx="636">1</cx:pt>
          <cx:pt idx="637">1</cx:pt>
          <cx:pt idx="638">1</cx:pt>
          <cx:pt idx="639">1</cx:pt>
          <cx:pt idx="640">2</cx:pt>
          <cx:pt idx="641">2</cx:pt>
          <cx:pt idx="642">2</cx:pt>
          <cx:pt idx="643">1</cx:pt>
          <cx:pt idx="644">1</cx:pt>
          <cx:pt idx="645">1</cx:pt>
          <cx:pt idx="646">1</cx:pt>
          <cx:pt idx="647">1</cx:pt>
          <cx:pt idx="648">1</cx:pt>
          <cx:pt idx="649">1</cx:pt>
          <cx:pt idx="650">1</cx:pt>
          <cx:pt idx="651">1</cx:pt>
          <cx:pt idx="652">2</cx:pt>
          <cx:pt idx="653">2</cx:pt>
          <cx:pt idx="654">2</cx:pt>
          <cx:pt idx="655">2</cx:pt>
          <cx:pt idx="656">2</cx:pt>
          <cx:pt idx="657">1</cx:pt>
          <cx:pt idx="658">1</cx:pt>
          <cx:pt idx="659">1</cx:pt>
          <cx:pt idx="660">1</cx:pt>
          <cx:pt idx="661">1</cx:pt>
          <cx:pt idx="662">1</cx:pt>
          <cx:pt idx="663">2</cx:pt>
          <cx:pt idx="664">2</cx:pt>
          <cx:pt idx="665">2</cx:pt>
          <cx:pt idx="666">2</cx:pt>
          <cx:pt idx="667">2</cx:pt>
          <cx:pt idx="668">2</cx:pt>
          <cx:pt idx="669">2</cx:pt>
          <cx:pt idx="670">2</cx:pt>
          <cx:pt idx="671">2</cx:pt>
          <cx:pt idx="672">2</cx:pt>
          <cx:pt idx="673">2</cx:pt>
          <cx:pt idx="674">2</cx:pt>
          <cx:pt idx="675">1</cx:pt>
          <cx:pt idx="676">3</cx:pt>
          <cx:pt idx="677">3</cx:pt>
          <cx:pt idx="678">2</cx:pt>
          <cx:pt idx="679">2</cx:pt>
          <cx:pt idx="680">2</cx:pt>
          <cx:pt idx="681">2</cx:pt>
          <cx:pt idx="682">2</cx:pt>
          <cx:pt idx="683">2</cx:pt>
          <cx:pt idx="684">3</cx:pt>
          <cx:pt idx="685">3</cx:pt>
          <cx:pt idx="686">3</cx:pt>
          <cx:pt idx="687">3</cx:pt>
          <cx:pt idx="688">2</cx:pt>
          <cx:pt idx="689">2</cx:pt>
          <cx:pt idx="690">2</cx:pt>
          <cx:pt idx="691">2</cx:pt>
          <cx:pt idx="692">2</cx:pt>
          <cx:pt idx="693">2</cx:pt>
          <cx:pt idx="694">2</cx:pt>
          <cx:pt idx="695">2</cx:pt>
          <cx:pt idx="696">2</cx:pt>
          <cx:pt idx="697">2</cx:pt>
          <cx:pt idx="698">2</cx:pt>
          <cx:pt idx="699">2</cx:pt>
          <cx:pt idx="700">2</cx:pt>
          <cx:pt idx="701">2</cx:pt>
          <cx:pt idx="702">3</cx:pt>
          <cx:pt idx="703">3</cx:pt>
          <cx:pt idx="704">3</cx:pt>
          <cx:pt idx="705">3</cx:pt>
          <cx:pt idx="706">3</cx:pt>
          <cx:pt idx="707">3</cx:pt>
          <cx:pt idx="708">3</cx:pt>
          <cx:pt idx="709">3</cx:pt>
          <cx:pt idx="710">3</cx:pt>
          <cx:pt idx="711">3</cx:pt>
          <cx:pt idx="712">2</cx:pt>
          <cx:pt idx="713">2</cx:pt>
          <cx:pt idx="714">2</cx:pt>
          <cx:pt idx="715">2</cx:pt>
          <cx:pt idx="716">1</cx:pt>
          <cx:pt idx="717">1</cx:pt>
          <cx:pt idx="718">1</cx:pt>
          <cx:pt idx="719">1</cx:pt>
          <cx:pt idx="720">1</cx:pt>
          <cx:pt idx="721">1</cx:pt>
          <cx:pt idx="722">1</cx:pt>
          <cx:pt idx="723">1</cx:pt>
          <cx:pt idx="724">1</cx:pt>
          <cx:pt idx="725">1</cx:pt>
          <cx:pt idx="726">1</cx:pt>
          <cx:pt idx="727">1</cx:pt>
          <cx:pt idx="728">1</cx:pt>
          <cx:pt idx="729">1</cx:pt>
          <cx:pt idx="730">1</cx:pt>
          <cx:pt idx="731">1</cx:pt>
          <cx:pt idx="732">1</cx:pt>
          <cx:pt idx="733">1</cx:pt>
          <cx:pt idx="734">1</cx:pt>
          <cx:pt idx="735">1</cx:pt>
          <cx:pt idx="736">1</cx:pt>
          <cx:pt idx="737">1</cx:pt>
          <cx:pt idx="738">1</cx:pt>
          <cx:pt idx="739">1</cx:pt>
          <cx:pt idx="740">1</cx:pt>
          <cx:pt idx="741">1</cx:pt>
          <cx:pt idx="742">1</cx:pt>
          <cx:pt idx="743">1</cx:pt>
          <cx:pt idx="744">1</cx:pt>
          <cx:pt idx="745">1</cx:pt>
          <cx:pt idx="746">1</cx:pt>
          <cx:pt idx="747">1</cx:pt>
          <cx:pt idx="748">1</cx:pt>
          <cx:pt idx="749">1</cx:pt>
          <cx:pt idx="750">2</cx:pt>
          <cx:pt idx="751">2</cx:pt>
          <cx:pt idx="752">2</cx:pt>
          <cx:pt idx="753">2</cx:pt>
          <cx:pt idx="754">2</cx:pt>
          <cx:pt idx="755">2</cx:pt>
          <cx:pt idx="756">1</cx:pt>
          <cx:pt idx="757">1</cx:pt>
          <cx:pt idx="758">2</cx:pt>
          <cx:pt idx="759">2</cx:pt>
          <cx:pt idx="760">1</cx:pt>
          <cx:pt idx="761">2</cx:pt>
          <cx:pt idx="762">2</cx:pt>
          <cx:pt idx="763">2</cx:pt>
          <cx:pt idx="764">2</cx:pt>
          <cx:pt idx="765">2</cx:pt>
          <cx:pt idx="766">2</cx:pt>
          <cx:pt idx="767">2</cx:pt>
          <cx:pt idx="768">2</cx:pt>
          <cx:pt idx="769">2</cx:pt>
          <cx:pt idx="770">2</cx:pt>
          <cx:pt idx="771">2</cx:pt>
          <cx:pt idx="772">2</cx:pt>
          <cx:pt idx="773">2</cx:pt>
          <cx:pt idx="774">2</cx:pt>
          <cx:pt idx="775">2</cx:pt>
          <cx:pt idx="776">2</cx:pt>
          <cx:pt idx="777">3</cx:pt>
          <cx:pt idx="778">3</cx:pt>
          <cx:pt idx="779">3</cx:pt>
          <cx:pt idx="780">3</cx:pt>
          <cx:pt idx="781">3</cx:pt>
          <cx:pt idx="782">3</cx:pt>
          <cx:pt idx="783">3</cx:pt>
          <cx:pt idx="784">3</cx:pt>
          <cx:pt idx="785">3</cx:pt>
          <cx:pt idx="786">3</cx:pt>
          <cx:pt idx="787">3</cx:pt>
          <cx:pt idx="788">3</cx:pt>
          <cx:pt idx="789">3</cx:pt>
          <cx:pt idx="790">2</cx:pt>
          <cx:pt idx="791">2</cx:pt>
          <cx:pt idx="792">2</cx:pt>
          <cx:pt idx="793">1</cx:pt>
          <cx:pt idx="794">1</cx:pt>
          <cx:pt idx="795">1</cx:pt>
          <cx:pt idx="796">1</cx:pt>
          <cx:pt idx="797">1</cx:pt>
          <cx:pt idx="798">1</cx:pt>
          <cx:pt idx="799">1</cx:pt>
          <cx:pt idx="800">1</cx:pt>
          <cx:pt idx="801">1</cx:pt>
          <cx:pt idx="802">1</cx:pt>
          <cx:pt idx="803">1</cx:pt>
          <cx:pt idx="804">1</cx:pt>
          <cx:pt idx="805">1</cx:pt>
          <cx:pt idx="806">1</cx:pt>
          <cx:pt idx="807">1</cx:pt>
          <cx:pt idx="808">1</cx:pt>
          <cx:pt idx="809">1</cx:pt>
          <cx:pt idx="810">1</cx:pt>
          <cx:pt idx="811">1</cx:pt>
          <cx:pt idx="812">1</cx:pt>
          <cx:pt idx="813">1</cx:pt>
          <cx:pt idx="814">1</cx:pt>
          <cx:pt idx="815">1</cx:pt>
          <cx:pt idx="816">1</cx:pt>
          <cx:pt idx="817">1</cx:pt>
          <cx:pt idx="818">1</cx:pt>
          <cx:pt idx="819">1</cx:pt>
          <cx:pt idx="820">1</cx:pt>
          <cx:pt idx="821">1</cx:pt>
          <cx:pt idx="822">1</cx:pt>
          <cx:pt idx="823">1</cx:pt>
          <cx:pt idx="824">1</cx:pt>
          <cx:pt idx="825">1</cx:pt>
          <cx:pt idx="826">1</cx:pt>
          <cx:pt idx="827">1</cx:pt>
          <cx:pt idx="828">1</cx:pt>
          <cx:pt idx="829">2</cx:pt>
          <cx:pt idx="830">1</cx:pt>
          <cx:pt idx="831">1</cx:pt>
          <cx:pt idx="832">1</cx:pt>
          <cx:pt idx="833">2</cx:pt>
          <cx:pt idx="834">2</cx:pt>
          <cx:pt idx="835">2</cx:pt>
          <cx:pt idx="836">2</cx:pt>
          <cx:pt idx="837">2</cx:pt>
          <cx:pt idx="838">2</cx:pt>
          <cx:pt idx="839">2</cx:pt>
          <cx:pt idx="840">2</cx:pt>
          <cx:pt idx="841">2</cx:pt>
          <cx:pt idx="842">1</cx:pt>
          <cx:pt idx="843">1</cx:pt>
          <cx:pt idx="844">2</cx:pt>
          <cx:pt idx="845">2</cx:pt>
          <cx:pt idx="846">2</cx:pt>
          <cx:pt idx="847">2</cx:pt>
          <cx:pt idx="848">3</cx:pt>
          <cx:pt idx="849">1</cx:pt>
          <cx:pt idx="850">1</cx:pt>
          <cx:pt idx="851">1</cx:pt>
          <cx:pt idx="852">1</cx:pt>
          <cx:pt idx="853">1</cx:pt>
          <cx:pt idx="854">1</cx:pt>
          <cx:pt idx="855">1</cx:pt>
          <cx:pt idx="856">1</cx:pt>
          <cx:pt idx="857">1</cx:pt>
          <cx:pt idx="858">2</cx:pt>
          <cx:pt idx="859">1</cx:pt>
          <cx:pt idx="860">1</cx:pt>
          <cx:pt idx="861">1</cx:pt>
          <cx:pt idx="862">1</cx:pt>
          <cx:pt idx="863">1</cx:pt>
          <cx:pt idx="864">1</cx:pt>
          <cx:pt idx="865">1</cx:pt>
          <cx:pt idx="866">1</cx:pt>
          <cx:pt idx="867">1</cx:pt>
          <cx:pt idx="868">1</cx:pt>
          <cx:pt idx="869">1</cx:pt>
          <cx:pt idx="870">1</cx:pt>
          <cx:pt idx="871">1</cx:pt>
          <cx:pt idx="872">1</cx:pt>
          <cx:pt idx="873">1</cx:pt>
          <cx:pt idx="874">1</cx:pt>
          <cx:pt idx="875">1</cx:pt>
          <cx:pt idx="876">1</cx:pt>
          <cx:pt idx="877">1</cx:pt>
          <cx:pt idx="878">1</cx:pt>
          <cx:pt idx="879">2</cx:pt>
          <cx:pt idx="880">2</cx:pt>
          <cx:pt idx="881">1</cx:pt>
          <cx:pt idx="882">1</cx:pt>
          <cx:pt idx="883">2</cx:pt>
          <cx:pt idx="884">2</cx:pt>
          <cx:pt idx="885">2</cx:pt>
          <cx:pt idx="886">2</cx:pt>
          <cx:pt idx="887">3</cx:pt>
          <cx:pt idx="888">3</cx:pt>
          <cx:pt idx="889">2</cx:pt>
          <cx:pt idx="890">3</cx:pt>
          <cx:pt idx="891">3</cx:pt>
          <cx:pt idx="892">3</cx:pt>
          <cx:pt idx="893">3</cx:pt>
          <cx:pt idx="894">3</cx:pt>
          <cx:pt idx="895">2</cx:pt>
          <cx:pt idx="896">2</cx:pt>
          <cx:pt idx="897">2</cx:pt>
          <cx:pt idx="898">1</cx:pt>
          <cx:pt idx="899">1</cx:pt>
          <cx:pt idx="900">1</cx:pt>
          <cx:pt idx="901">1</cx:pt>
          <cx:pt idx="902">1</cx:pt>
          <cx:pt idx="903">1</cx:pt>
          <cx:pt idx="904">1</cx:pt>
          <cx:pt idx="905">1</cx:pt>
          <cx:pt idx="906">1</cx:pt>
          <cx:pt idx="907">1</cx:pt>
          <cx:pt idx="908">1</cx:pt>
          <cx:pt idx="909">1</cx:pt>
          <cx:pt idx="910">1</cx:pt>
          <cx:pt idx="911">1</cx:pt>
          <cx:pt idx="912">1</cx:pt>
          <cx:pt idx="913">1</cx:pt>
          <cx:pt idx="914">1</cx:pt>
          <cx:pt idx="915">1</cx:pt>
          <cx:pt idx="916">1</cx:pt>
          <cx:pt idx="917">1</cx:pt>
          <cx:pt idx="918">1</cx:pt>
          <cx:pt idx="919">1</cx:pt>
          <cx:pt idx="920">1</cx:pt>
          <cx:pt idx="921">1</cx:pt>
          <cx:pt idx="922">1</cx:pt>
          <cx:pt idx="923">1</cx:pt>
          <cx:pt idx="924">1</cx:pt>
          <cx:pt idx="925">1</cx:pt>
          <cx:pt idx="926">1</cx:pt>
          <cx:pt idx="927">1</cx:pt>
          <cx:pt idx="928">1</cx:pt>
          <cx:pt idx="929">1</cx:pt>
          <cx:pt idx="930">1</cx:pt>
          <cx:pt idx="931">1</cx:pt>
          <cx:pt idx="932">1</cx:pt>
          <cx:pt idx="933">1</cx:pt>
          <cx:pt idx="934">1</cx:pt>
          <cx:pt idx="935">1</cx:pt>
          <cx:pt idx="936">1</cx:pt>
          <cx:pt idx="937">1</cx:pt>
          <cx:pt idx="938">1</cx:pt>
          <cx:pt idx="939">1</cx:pt>
          <cx:pt idx="940">1</cx:pt>
          <cx:pt idx="941">1</cx:pt>
          <cx:pt idx="942">1</cx:pt>
          <cx:pt idx="943">1</cx:pt>
          <cx:pt idx="944">1</cx:pt>
          <cx:pt idx="945">1</cx:pt>
          <cx:pt idx="946">1</cx:pt>
          <cx:pt idx="947">1</cx:pt>
          <cx:pt idx="948">1</cx:pt>
          <cx:pt idx="949">1</cx:pt>
          <cx:pt idx="950">1</cx:pt>
          <cx:pt idx="951">1</cx:pt>
          <cx:pt idx="952">1</cx:pt>
          <cx:pt idx="953">1</cx:pt>
          <cx:pt idx="954">1</cx:pt>
          <cx:pt idx="955">1</cx:pt>
          <cx:pt idx="956">1</cx:pt>
          <cx:pt idx="957">1</cx:pt>
          <cx:pt idx="958">1</cx:pt>
          <cx:pt idx="959">1</cx:pt>
          <cx:pt idx="960">1</cx:pt>
          <cx:pt idx="961">1</cx:pt>
          <cx:pt idx="962">1</cx:pt>
          <cx:pt idx="963">2</cx:pt>
          <cx:pt idx="964">2</cx:pt>
          <cx:pt idx="965">2</cx:pt>
          <cx:pt idx="966">2</cx:pt>
          <cx:pt idx="967">2</cx:pt>
          <cx:pt idx="968">2</cx:pt>
          <cx:pt idx="969">2</cx:pt>
          <cx:pt idx="970">1</cx:pt>
          <cx:pt idx="971">1</cx:pt>
          <cx:pt idx="972">1</cx:pt>
          <cx:pt idx="973">1</cx:pt>
          <cx:pt idx="974">2</cx:pt>
          <cx:pt idx="975">2</cx:pt>
          <cx:pt idx="976">2</cx:pt>
          <cx:pt idx="977">1</cx:pt>
          <cx:pt idx="978">1</cx:pt>
          <cx:pt idx="979">1</cx:pt>
          <cx:pt idx="980">1</cx:pt>
          <cx:pt idx="981">1</cx:pt>
          <cx:pt idx="982">1</cx:pt>
          <cx:pt idx="983">1</cx:pt>
          <cx:pt idx="984">1</cx:pt>
          <cx:pt idx="985">1</cx:pt>
          <cx:pt idx="986">1</cx:pt>
          <cx:pt idx="987">1</cx:pt>
          <cx:pt idx="988">1</cx:pt>
          <cx:pt idx="989">1</cx:pt>
          <cx:pt idx="990">1</cx:pt>
          <cx:pt idx="991">1</cx:pt>
          <cx:pt idx="992">1</cx:pt>
          <cx:pt idx="993">1</cx:pt>
          <cx:pt idx="994">1</cx:pt>
          <cx:pt idx="995">2</cx:pt>
          <cx:pt idx="996">2</cx:pt>
          <cx:pt idx="997">2</cx:pt>
          <cx:pt idx="998">1</cx:pt>
          <cx:pt idx="999">1</cx:pt>
          <cx:pt idx="1000">1</cx:pt>
        </cx:lvl>
      </cx:strDim>
      <cx:numDim type="val">
        <cx:f>Sheet1!$C$2:$C$1001</cx:f>
        <cx:lvl ptCount="1000" formatCode="General">
          <cx:pt idx="0">13</cx:pt>
          <cx:pt idx="1">32</cx:pt>
          <cx:pt idx="2">27</cx:pt>
          <cx:pt idx="3">10</cx:pt>
          <cx:pt idx="4">1</cx:pt>
          <cx:pt idx="5">1</cx:pt>
          <cx:pt idx="6">0</cx:pt>
          <cx:pt idx="7">2</cx:pt>
          <cx:pt idx="8">7</cx:pt>
          <cx:pt idx="9">6</cx:pt>
          <cx:pt idx="10">24</cx:pt>
          <cx:pt idx="11">30</cx:pt>
          <cx:pt idx="12">55</cx:pt>
          <cx:pt idx="13">47</cx:pt>
          <cx:pt idx="14">71</cx:pt>
          <cx:pt idx="15">70</cx:pt>
          <cx:pt idx="16">52</cx:pt>
          <cx:pt idx="17">52</cx:pt>
          <cx:pt idx="18">26</cx:pt>
          <cx:pt idx="19">31</cx:pt>
          <cx:pt idx="20">25</cx:pt>
          <cx:pt idx="21">31</cx:pt>
          <cx:pt idx="22">17</cx:pt>
          <cx:pt idx="23">24</cx:pt>
          <cx:pt idx="24">13</cx:pt>
          <cx:pt idx="25">16</cx:pt>
          <cx:pt idx="26">8</cx:pt>
          <cx:pt idx="27">4</cx:pt>
          <cx:pt idx="28">1</cx:pt>
          <cx:pt idx="29">2</cx:pt>
          <cx:pt idx="30">1</cx:pt>
          <cx:pt idx="31">8</cx:pt>
          <cx:pt idx="32">19</cx:pt>
          <cx:pt idx="33">46</cx:pt>
          <cx:pt idx="34">54</cx:pt>
          <cx:pt idx="35">73</cx:pt>
          <cx:pt idx="36">64</cx:pt>
          <cx:pt idx="37">55</cx:pt>
          <cx:pt idx="38">55</cx:pt>
          <cx:pt idx="39">67</cx:pt>
          <cx:pt idx="40">58</cx:pt>
          <cx:pt idx="41">43</cx:pt>
          <cx:pt idx="42">29</cx:pt>
          <cx:pt idx="43">17</cx:pt>
          <cx:pt idx="44">20</cx:pt>
          <cx:pt idx="45">9</cx:pt>
          <cx:pt idx="46">8</cx:pt>
          <cx:pt idx="47">5</cx:pt>
          <cx:pt idx="48">2</cx:pt>
          <cx:pt idx="49">1</cx:pt>
          <cx:pt idx="50">3</cx:pt>
          <cx:pt idx="51">30</cx:pt>
          <cx:pt idx="52">63</cx:pt>
          <cx:pt idx="53">153</cx:pt>
          <cx:pt idx="54">81</cx:pt>
          <cx:pt idx="55">33</cx:pt>
          <cx:pt idx="56">41</cx:pt>
          <cx:pt idx="57">48</cx:pt>
          <cx:pt idx="58">53</cx:pt>
          <cx:pt idx="59">66</cx:pt>
          <cx:pt idx="60">58</cx:pt>
          <cx:pt idx="61">67</cx:pt>
          <cx:pt idx="62">146</cx:pt>
          <cx:pt idx="63">148</cx:pt>
          <cx:pt idx="64">102</cx:pt>
          <cx:pt idx="65">49</cx:pt>
          <cx:pt idx="66">49</cx:pt>
          <cx:pt idx="67">20</cx:pt>
          <cx:pt idx="68">11</cx:pt>
          <cx:pt idx="69">5</cx:pt>
          <cx:pt idx="70">2</cx:pt>
          <cx:pt idx="71">1</cx:pt>
          <cx:pt idx="72">2</cx:pt>
          <cx:pt idx="73">4</cx:pt>
          <cx:pt idx="74">36</cx:pt>
          <cx:pt idx="75">92</cx:pt>
          <cx:pt idx="76">177</cx:pt>
          <cx:pt idx="77">98</cx:pt>
          <cx:pt idx="78">37</cx:pt>
          <cx:pt idx="79">50</cx:pt>
          <cx:pt idx="80">66</cx:pt>
          <cx:pt idx="81">79</cx:pt>
          <cx:pt idx="82">54</cx:pt>
          <cx:pt idx="83">48</cx:pt>
          <cx:pt idx="84">68</cx:pt>
          <cx:pt idx="85">202</cx:pt>
          <cx:pt idx="86">179</cx:pt>
          <cx:pt idx="87">110</cx:pt>
          <cx:pt idx="88">53</cx:pt>
          <cx:pt idx="89">48</cx:pt>
          <cx:pt idx="90">34</cx:pt>
          <cx:pt idx="91">9</cx:pt>
          <cx:pt idx="92">6</cx:pt>
          <cx:pt idx="93">6</cx:pt>
          <cx:pt idx="94">2</cx:pt>
          <cx:pt idx="95">2</cx:pt>
          <cx:pt idx="96">3</cx:pt>
          <cx:pt idx="97">33</cx:pt>
          <cx:pt idx="98">87</cx:pt>
          <cx:pt idx="99">192</cx:pt>
          <cx:pt idx="100">109</cx:pt>
          <cx:pt idx="101">53</cx:pt>
          <cx:pt idx="102">34</cx:pt>
          <cx:pt idx="103">74</cx:pt>
          <cx:pt idx="104">65</cx:pt>
          <cx:pt idx="105">52</cx:pt>
          <cx:pt idx="106">55</cx:pt>
          <cx:pt idx="107">85</cx:pt>
          <cx:pt idx="108">186</cx:pt>
          <cx:pt idx="109">166</cx:pt>
          <cx:pt idx="110">127</cx:pt>
          <cx:pt idx="111">82</cx:pt>
          <cx:pt idx="112">40</cx:pt>
          <cx:pt idx="113">41</cx:pt>
          <cx:pt idx="114">18</cx:pt>
          <cx:pt idx="115">11</cx:pt>
          <cx:pt idx="116">4</cx:pt>
          <cx:pt idx="117">2</cx:pt>
          <cx:pt idx="118">1</cx:pt>
          <cx:pt idx="119">4</cx:pt>
          <cx:pt idx="120">36</cx:pt>
          <cx:pt idx="121">95</cx:pt>
          <cx:pt idx="122">216</cx:pt>
          <cx:pt idx="123">116</cx:pt>
          <cx:pt idx="124">42</cx:pt>
          <cx:pt idx="125">57</cx:pt>
          <cx:pt idx="126">78</cx:pt>
          <cx:pt idx="127">55</cx:pt>
          <cx:pt idx="128">59</cx:pt>
          <cx:pt idx="129">54</cx:pt>
          <cx:pt idx="130">74</cx:pt>
          <cx:pt idx="131">163</cx:pt>
          <cx:pt idx="132">158</cx:pt>
          <cx:pt idx="133">109</cx:pt>
          <cx:pt idx="134">66</cx:pt>
          <cx:pt idx="135">48</cx:pt>
          <cx:pt idx="136">51</cx:pt>
          <cx:pt idx="137">19</cx:pt>
          <cx:pt idx="138">13</cx:pt>
          <cx:pt idx="139">5</cx:pt>
          <cx:pt idx="140">1</cx:pt>
          <cx:pt idx="141">1</cx:pt>
          <cx:pt idx="142">5</cx:pt>
          <cx:pt idx="143">26</cx:pt>
          <cx:pt idx="144">76</cx:pt>
          <cx:pt idx="145">190</cx:pt>
          <cx:pt idx="146">125</cx:pt>
          <cx:pt idx="147">47</cx:pt>
          <cx:pt idx="148">48</cx:pt>
          <cx:pt idx="149">50</cx:pt>
          <cx:pt idx="150">64</cx:pt>
          <cx:pt idx="151">43</cx:pt>
          <cx:pt idx="152">63</cx:pt>
          <cx:pt idx="153">82</cx:pt>
          <cx:pt idx="154">178</cx:pt>
          <cx:pt idx="155">116</cx:pt>
          <cx:pt idx="156">92</cx:pt>
          <cx:pt idx="157">50</cx:pt>
          <cx:pt idx="158">39</cx:pt>
          <cx:pt idx="159">34</cx:pt>
          <cx:pt idx="160">14</cx:pt>
          <cx:pt idx="161">24</cx:pt>
          <cx:pt idx="162">15</cx:pt>
          <cx:pt idx="163">13</cx:pt>
          <cx:pt idx="164">7</cx:pt>
          <cx:pt idx="165">1</cx:pt>
          <cx:pt idx="166">5</cx:pt>
          <cx:pt idx="167">2</cx:pt>
          <cx:pt idx="168">8</cx:pt>
          <cx:pt idx="169">15</cx:pt>
          <cx:pt idx="170">20</cx:pt>
          <cx:pt idx="171">56</cx:pt>
          <cx:pt idx="172">60</cx:pt>
          <cx:pt idx="173">90</cx:pt>
          <cx:pt idx="174">95</cx:pt>
          <cx:pt idx="175">83</cx:pt>
          <cx:pt idx="176">69</cx:pt>
          <cx:pt idx="177">68</cx:pt>
          <cx:pt idx="178">64</cx:pt>
          <cx:pt idx="179">52</cx:pt>
          <cx:pt idx="180">26</cx:pt>
          <cx:pt idx="181">28</cx:pt>
          <cx:pt idx="182">35</cx:pt>
          <cx:pt idx="183">33</cx:pt>
          <cx:pt idx="184">22</cx:pt>
          <cx:pt idx="185">24</cx:pt>
          <cx:pt idx="186">12</cx:pt>
          <cx:pt idx="187">11</cx:pt>
          <cx:pt idx="188">4</cx:pt>
          <cx:pt idx="189">1</cx:pt>
          <cx:pt idx="190">1</cx:pt>
          <cx:pt idx="191">1</cx:pt>
          <cx:pt idx="192">5</cx:pt>
          <cx:pt idx="193">10</cx:pt>
          <cx:pt idx="194">19</cx:pt>
          <cx:pt idx="195">49</cx:pt>
          <cx:pt idx="196">47</cx:pt>
          <cx:pt idx="197">79</cx:pt>
          <cx:pt idx="198">69</cx:pt>
          <cx:pt idx="199">64</cx:pt>
          <cx:pt idx="200">77</cx:pt>
          <cx:pt idx="201">79</cx:pt>
          <cx:pt idx="202">59</cx:pt>
          <cx:pt idx="203">44</cx:pt>
          <cx:pt idx="204">40</cx:pt>
          <cx:pt idx="205">38</cx:pt>
          <cx:pt idx="206">19</cx:pt>
          <cx:pt idx="207">10</cx:pt>
          <cx:pt idx="208">6</cx:pt>
          <cx:pt idx="209">3</cx:pt>
          <cx:pt idx="210">0</cx:pt>
          <cx:pt idx="211">3</cx:pt>
          <cx:pt idx="212">1</cx:pt>
          <cx:pt idx="213">2</cx:pt>
          <cx:pt idx="214">3</cx:pt>
          <cx:pt idx="215">31</cx:pt>
          <cx:pt idx="216">75</cx:pt>
          <cx:pt idx="217">184</cx:pt>
          <cx:pt idx="218">92</cx:pt>
          <cx:pt idx="219">31</cx:pt>
          <cx:pt idx="220">28</cx:pt>
          <cx:pt idx="221">47</cx:pt>
          <cx:pt idx="222">50</cx:pt>
          <cx:pt idx="223">47</cx:pt>
          <cx:pt idx="224">43</cx:pt>
          <cx:pt idx="225">70</cx:pt>
          <cx:pt idx="226">174</cx:pt>
          <cx:pt idx="227">154</cx:pt>
          <cx:pt idx="228">92</cx:pt>
          <cx:pt idx="229">73</cx:pt>
          <cx:pt idx="230">37</cx:pt>
          <cx:pt idx="231">22</cx:pt>
          <cx:pt idx="232">18</cx:pt>
          <cx:pt idx="233">10</cx:pt>
          <cx:pt idx="234">3</cx:pt>
          <cx:pt idx="235">3</cx:pt>
          <cx:pt idx="236">6</cx:pt>
          <cx:pt idx="237">27</cx:pt>
          <cx:pt idx="238">97</cx:pt>
          <cx:pt idx="239">214</cx:pt>
          <cx:pt idx="240">127</cx:pt>
          <cx:pt idx="241">51</cx:pt>
          <cx:pt idx="242">31</cx:pt>
          <cx:pt idx="243">55</cx:pt>
          <cx:pt idx="244">46</cx:pt>
          <cx:pt idx="245">60</cx:pt>
          <cx:pt idx="246">45</cx:pt>
          <cx:pt idx="247">72</cx:pt>
          <cx:pt idx="248">130</cx:pt>
          <cx:pt idx="249">94</cx:pt>
          <cx:pt idx="250">51</cx:pt>
          <cx:pt idx="251">32</cx:pt>
          <cx:pt idx="252">20</cx:pt>
          <cx:pt idx="253">28</cx:pt>
          <cx:pt idx="254">18</cx:pt>
          <cx:pt idx="255">7</cx:pt>
          <cx:pt idx="256">6</cx:pt>
          <cx:pt idx="257">1</cx:pt>
          <cx:pt idx="258">5</cx:pt>
          <cx:pt idx="259">16</cx:pt>
          <cx:pt idx="260">54</cx:pt>
          <cx:pt idx="261">125</cx:pt>
          <cx:pt idx="262">78</cx:pt>
          <cx:pt idx="263">39</cx:pt>
          <cx:pt idx="264">32</cx:pt>
          <cx:pt idx="265">52</cx:pt>
          <cx:pt idx="266">49</cx:pt>
          <cx:pt idx="267">44</cx:pt>
          <cx:pt idx="268">48</cx:pt>
          <cx:pt idx="269">63</cx:pt>
          <cx:pt idx="270">139</cx:pt>
          <cx:pt idx="271">135</cx:pt>
          <cx:pt idx="272">82</cx:pt>
          <cx:pt idx="273">54</cx:pt>
          <cx:pt idx="274">57</cx:pt>
          <cx:pt idx="275">32</cx:pt>
          <cx:pt idx="276">19</cx:pt>
          <cx:pt idx="277">6</cx:pt>
          <cx:pt idx="278">2</cx:pt>
          <cx:pt idx="279">2</cx:pt>
          <cx:pt idx="280">3</cx:pt>
          <cx:pt idx="281">4</cx:pt>
          <cx:pt idx="282">3</cx:pt>
          <cx:pt idx="283">28</cx:pt>
          <cx:pt idx="284">72</cx:pt>
          <cx:pt idx="285">197</cx:pt>
          <cx:pt idx="286">137</cx:pt>
          <cx:pt idx="287">36</cx:pt>
          <cx:pt idx="288">33</cx:pt>
          <cx:pt idx="289">49</cx:pt>
          <cx:pt idx="290">81</cx:pt>
          <cx:pt idx="291">39</cx:pt>
          <cx:pt idx="292">55</cx:pt>
          <cx:pt idx="293">76</cx:pt>
          <cx:pt idx="294">158</cx:pt>
          <cx:pt idx="295">141</cx:pt>
          <cx:pt idx="296">98</cx:pt>
          <cx:pt idx="297">64</cx:pt>
          <cx:pt idx="298">40</cx:pt>
          <cx:pt idx="299">30</cx:pt>
          <cx:pt idx="300">14</cx:pt>
          <cx:pt idx="301">14</cx:pt>
          <cx:pt idx="302">5</cx:pt>
          <cx:pt idx="303">1</cx:pt>
          <cx:pt idx="304">1</cx:pt>
          <cx:pt idx="305">8</cx:pt>
          <cx:pt idx="306">17</cx:pt>
          <cx:pt idx="307">70</cx:pt>
          <cx:pt idx="308">156</cx:pt>
          <cx:pt idx="309">117</cx:pt>
          <cx:pt idx="310">40</cx:pt>
          <cx:pt idx="311">47</cx:pt>
          <cx:pt idx="312">59</cx:pt>
          <cx:pt idx="313">73</cx:pt>
          <cx:pt idx="314">59</cx:pt>
          <cx:pt idx="315">59</cx:pt>
          <cx:pt idx="316">87</cx:pt>
          <cx:pt idx="317">155</cx:pt>
          <cx:pt idx="318">134</cx:pt>
          <cx:pt idx="319">89</cx:pt>
          <cx:pt idx="320">68</cx:pt>
          <cx:pt idx="321">48</cx:pt>
          <cx:pt idx="322">34</cx:pt>
          <cx:pt idx="323">26</cx:pt>
          <cx:pt idx="324">25</cx:pt>
          <cx:pt idx="325">18</cx:pt>
          <cx:pt idx="326">12</cx:pt>
          <cx:pt idx="327">7</cx:pt>
          <cx:pt idx="328">5</cx:pt>
          <cx:pt idx="329">1</cx:pt>
          <cx:pt idx="330">2</cx:pt>
          <cx:pt idx="331">9</cx:pt>
          <cx:pt idx="332">22</cx:pt>
          <cx:pt idx="333">31</cx:pt>
          <cx:pt idx="334">57</cx:pt>
          <cx:pt idx="335">54</cx:pt>
          <cx:pt idx="336">74</cx:pt>
          <cx:pt idx="337">80</cx:pt>
          <cx:pt idx="338">92</cx:pt>
          <cx:pt idx="339">108</cx:pt>
          <cx:pt idx="340">95</cx:pt>
          <cx:pt idx="341">54</cx:pt>
          <cx:pt idx="342">69</cx:pt>
          <cx:pt idx="343">60</cx:pt>
          <cx:pt idx="344">35</cx:pt>
          <cx:pt idx="345">51</cx:pt>
          <cx:pt idx="346">26</cx:pt>
          <cx:pt idx="347">39</cx:pt>
          <cx:pt idx="348">33</cx:pt>
          <cx:pt idx="349">19</cx:pt>
          <cx:pt idx="350">13</cx:pt>
          <cx:pt idx="351">6</cx:pt>
          <cx:pt idx="352">1</cx:pt>
          <cx:pt idx="353">1</cx:pt>
          <cx:pt idx="354">1</cx:pt>
          <cx:pt idx="355">3</cx:pt>
          <cx:pt idx="356">18</cx:pt>
          <cx:pt idx="357">29</cx:pt>
          <cx:pt idx="358">71</cx:pt>
          <cx:pt idx="359">70</cx:pt>
          <cx:pt idx="360">75</cx:pt>
          <cx:pt idx="361">95</cx:pt>
          <cx:pt idx="362">69</cx:pt>
          <cx:pt idx="363">78</cx:pt>
          <cx:pt idx="364">77</cx:pt>
          <cx:pt idx="365">82</cx:pt>
          <cx:pt idx="366">56</cx:pt>
          <cx:pt idx="367">47</cx:pt>
          <cx:pt idx="368">50</cx:pt>
          <cx:pt idx="369">22</cx:pt>
          <cx:pt idx="370">19</cx:pt>
          <cx:pt idx="371">18</cx:pt>
          <cx:pt idx="372">16</cx:pt>
          <cx:pt idx="373">15</cx:pt>
          <cx:pt idx="374">8</cx:pt>
          <cx:pt idx="375">2</cx:pt>
          <cx:pt idx="376">2</cx:pt>
          <cx:pt idx="377">1</cx:pt>
          <cx:pt idx="378">5</cx:pt>
          <cx:pt idx="379">9</cx:pt>
          <cx:pt idx="380">30</cx:pt>
          <cx:pt idx="381">39</cx:pt>
          <cx:pt idx="382">50</cx:pt>
          <cx:pt idx="383">55</cx:pt>
          <cx:pt idx="384">70</cx:pt>
          <cx:pt idx="385">80</cx:pt>
          <cx:pt idx="386">74</cx:pt>
          <cx:pt idx="387">72</cx:pt>
          <cx:pt idx="388">76</cx:pt>
          <cx:pt idx="389">67</cx:pt>
          <cx:pt idx="390">85</cx:pt>
          <cx:pt idx="391">58</cx:pt>
          <cx:pt idx="392">29</cx:pt>
          <cx:pt idx="393">24</cx:pt>
          <cx:pt idx="394">13</cx:pt>
          <cx:pt idx="395">3</cx:pt>
          <cx:pt idx="396">3</cx:pt>
          <cx:pt idx="397">22</cx:pt>
          <cx:pt idx="398">26</cx:pt>
          <cx:pt idx="399">32</cx:pt>
          <cx:pt idx="400">61</cx:pt>
          <cx:pt idx="401">124</cx:pt>
          <cx:pt idx="402">132</cx:pt>
          <cx:pt idx="403">98</cx:pt>
          <cx:pt idx="404">83</cx:pt>
          <cx:pt idx="405">41</cx:pt>
          <cx:pt idx="406">33</cx:pt>
          <cx:pt idx="407">19</cx:pt>
          <cx:pt idx="408">3</cx:pt>
          <cx:pt idx="409">6</cx:pt>
          <cx:pt idx="410">3</cx:pt>
          <cx:pt idx="411">1</cx:pt>
          <cx:pt idx="412">7</cx:pt>
          <cx:pt idx="413">32</cx:pt>
          <cx:pt idx="414">89</cx:pt>
          <cx:pt idx="415">196</cx:pt>
          <cx:pt idx="416">107</cx:pt>
          <cx:pt idx="417">46</cx:pt>
          <cx:pt idx="418">47</cx:pt>
          <cx:pt idx="419">65</cx:pt>
          <cx:pt idx="420">67</cx:pt>
          <cx:pt idx="421">68</cx:pt>
          <cx:pt idx="422">78</cx:pt>
          <cx:pt idx="423">94</cx:pt>
          <cx:pt idx="424">190</cx:pt>
          <cx:pt idx="425">156</cx:pt>
          <cx:pt idx="426">108</cx:pt>
          <cx:pt idx="427">74</cx:pt>
          <cx:pt idx="428">55</cx:pt>
          <cx:pt idx="429">53</cx:pt>
          <cx:pt idx="430">27</cx:pt>
          <cx:pt idx="431">8</cx:pt>
          <cx:pt idx="432">3</cx:pt>
          <cx:pt idx="433">2</cx:pt>
          <cx:pt idx="434">1</cx:pt>
          <cx:pt idx="435">1</cx:pt>
          <cx:pt idx="436">6</cx:pt>
          <cx:pt idx="437">35</cx:pt>
          <cx:pt idx="438">100</cx:pt>
          <cx:pt idx="439">247</cx:pt>
          <cx:pt idx="440">140</cx:pt>
          <cx:pt idx="441">56</cx:pt>
          <cx:pt idx="442">63</cx:pt>
          <cx:pt idx="443">77</cx:pt>
          <cx:pt idx="444">86</cx:pt>
          <cx:pt idx="445">75</cx:pt>
          <cx:pt idx="446">62</cx:pt>
          <cx:pt idx="447">83</cx:pt>
          <cx:pt idx="448">207</cx:pt>
          <cx:pt idx="449">184</cx:pt>
          <cx:pt idx="450">146</cx:pt>
          <cx:pt idx="451">124</cx:pt>
          <cx:pt idx="452">54</cx:pt>
          <cx:pt idx="453">56</cx:pt>
          <cx:pt idx="454">28</cx:pt>
          <cx:pt idx="455">20</cx:pt>
          <cx:pt idx="456">6</cx:pt>
          <cx:pt idx="457">2</cx:pt>
          <cx:pt idx="458">1</cx:pt>
          <cx:pt idx="459">1</cx:pt>
          <cx:pt idx="460">4</cx:pt>
          <cx:pt idx="461">27</cx:pt>
          <cx:pt idx="462">66</cx:pt>
          <cx:pt idx="463">210</cx:pt>
          <cx:pt idx="464">159</cx:pt>
          <cx:pt idx="465">57</cx:pt>
          <cx:pt idx="466">53</cx:pt>
          <cx:pt idx="467">67</cx:pt>
          <cx:pt idx="468">65</cx:pt>
          <cx:pt idx="469">56</cx:pt>
          <cx:pt idx="470">61</cx:pt>
          <cx:pt idx="471">97</cx:pt>
          <cx:pt idx="472">151</cx:pt>
          <cx:pt idx="473">119</cx:pt>
          <cx:pt idx="474">93</cx:pt>
          <cx:pt idx="475">52</cx:pt>
          <cx:pt idx="476">41</cx:pt>
          <cx:pt idx="477">33</cx:pt>
          <cx:pt idx="478">27</cx:pt>
          <cx:pt idx="479">13</cx:pt>
          <cx:pt idx="480">9</cx:pt>
          <cx:pt idx="481">11</cx:pt>
          <cx:pt idx="482">6</cx:pt>
          <cx:pt idx="483">3</cx:pt>
          <cx:pt idx="484">2</cx:pt>
          <cx:pt idx="485">8</cx:pt>
          <cx:pt idx="486">26</cx:pt>
          <cx:pt idx="487">37</cx:pt>
          <cx:pt idx="488">50</cx:pt>
          <cx:pt idx="489">59</cx:pt>
          <cx:pt idx="490">60</cx:pt>
          <cx:pt idx="491">72</cx:pt>
          <cx:pt idx="492">64</cx:pt>
          <cx:pt idx="493">93</cx:pt>
          <cx:pt idx="494">72</cx:pt>
          <cx:pt idx="495">59</cx:pt>
          <cx:pt idx="496">54</cx:pt>
          <cx:pt idx="497">53</cx:pt>
          <cx:pt idx="498">44</cx:pt>
          <cx:pt idx="499">39</cx:pt>
          <cx:pt idx="500">23</cx:pt>
          <cx:pt idx="501">31</cx:pt>
          <cx:pt idx="502">20</cx:pt>
          <cx:pt idx="503">12</cx:pt>
          <cx:pt idx="504">15</cx:pt>
          <cx:pt idx="505">4</cx:pt>
          <cx:pt idx="506">3</cx:pt>
          <cx:pt idx="507">1</cx:pt>
          <cx:pt idx="508">1</cx:pt>
          <cx:pt idx="509">17</cx:pt>
          <cx:pt idx="510">25</cx:pt>
          <cx:pt idx="511">51</cx:pt>
          <cx:pt idx="512">77</cx:pt>
          <cx:pt idx="513">92</cx:pt>
          <cx:pt idx="514">75</cx:pt>
          <cx:pt idx="515">93</cx:pt>
          <cx:pt idx="516">64</cx:pt>
          <cx:pt idx="517">56</cx:pt>
          <cx:pt idx="518">50</cx:pt>
          <cx:pt idx="519">44</cx:pt>
          <cx:pt idx="520">45</cx:pt>
          <cx:pt idx="521">31</cx:pt>
          <cx:pt idx="522">20</cx:pt>
          <cx:pt idx="523">23</cx:pt>
          <cx:pt idx="524">17</cx:pt>
          <cx:pt idx="525">7</cx:pt>
          <cx:pt idx="526">1</cx:pt>
          <cx:pt idx="527">1</cx:pt>
          <cx:pt idx="528">1</cx:pt>
          <cx:pt idx="529">5</cx:pt>
          <cx:pt idx="530">15</cx:pt>
          <cx:pt idx="531">79</cx:pt>
          <cx:pt idx="532">171</cx:pt>
          <cx:pt idx="533">98</cx:pt>
          <cx:pt idx="534">34</cx:pt>
          <cx:pt idx="535">43</cx:pt>
          <cx:pt idx="536">52</cx:pt>
          <cx:pt idx="537">54</cx:pt>
          <cx:pt idx="538">43</cx:pt>
          <cx:pt idx="539">50</cx:pt>
          <cx:pt idx="540">66</cx:pt>
          <cx:pt idx="541">178</cx:pt>
          <cx:pt idx="542">145</cx:pt>
          <cx:pt idx="543">101</cx:pt>
          <cx:pt idx="544">80</cx:pt>
          <cx:pt idx="545">53</cx:pt>
          <cx:pt idx="546">32</cx:pt>
          <cx:pt idx="547">21</cx:pt>
          <cx:pt idx="548">6</cx:pt>
          <cx:pt idx="549">5</cx:pt>
          <cx:pt idx="550">2</cx:pt>
          <cx:pt idx="551">1</cx:pt>
          <cx:pt idx="552">9</cx:pt>
          <cx:pt idx="553">35</cx:pt>
          <cx:pt idx="554">103</cx:pt>
          <cx:pt idx="555">233</cx:pt>
          <cx:pt idx="556">134</cx:pt>
          <cx:pt idx="557">49</cx:pt>
          <cx:pt idx="558">55</cx:pt>
          <cx:pt idx="559">85</cx:pt>
          <cx:pt idx="560">72</cx:pt>
          <cx:pt idx="561">57</cx:pt>
          <cx:pt idx="562">63</cx:pt>
          <cx:pt idx="563">102</cx:pt>
          <cx:pt idx="564">208</cx:pt>
          <cx:pt idx="565">218</cx:pt>
          <cx:pt idx="566">133</cx:pt>
          <cx:pt idx="567">103</cx:pt>
          <cx:pt idx="568">40</cx:pt>
          <cx:pt idx="569">49</cx:pt>
          <cx:pt idx="570">37</cx:pt>
          <cx:pt idx="571">14</cx:pt>
          <cx:pt idx="572">5</cx:pt>
          <cx:pt idx="573">7</cx:pt>
          <cx:pt idx="574">1</cx:pt>
          <cx:pt idx="575">8</cx:pt>
          <cx:pt idx="576">29</cx:pt>
          <cx:pt idx="577">69</cx:pt>
          <cx:pt idx="578">55</cx:pt>
          <cx:pt idx="579">26</cx:pt>
          <cx:pt idx="580">35</cx:pt>
          <cx:pt idx="581">41</cx:pt>
          <cx:pt idx="582">43</cx:pt>
          <cx:pt idx="583">36</cx:pt>
          <cx:pt idx="584">42</cx:pt>
          <cx:pt idx="585">35</cx:pt>
          <cx:pt idx="586">26</cx:pt>
          <cx:pt idx="587">23</cx:pt>
          <cx:pt idx="588">82</cx:pt>
          <cx:pt idx="589">101</cx:pt>
          <cx:pt idx="590">76</cx:pt>
          <cx:pt idx="591">55</cx:pt>
          <cx:pt idx="592">36</cx:pt>
          <cx:pt idx="593">27</cx:pt>
          <cx:pt idx="594">16</cx:pt>
          <cx:pt idx="595">9</cx:pt>
          <cx:pt idx="596">2</cx:pt>
          <cx:pt idx="597">2</cx:pt>
          <cx:pt idx="598">0</cx:pt>
          <cx:pt idx="599">4</cx:pt>
          <cx:pt idx="600">16</cx:pt>
          <cx:pt idx="601">58</cx:pt>
          <cx:pt idx="602">155</cx:pt>
          <cx:pt idx="603">95</cx:pt>
          <cx:pt idx="604">49</cx:pt>
          <cx:pt idx="605">30</cx:pt>
          <cx:pt idx="606">28</cx:pt>
          <cx:pt idx="607">31</cx:pt>
          <cx:pt idx="608">36</cx:pt>
          <cx:pt idx="609">40</cx:pt>
          <cx:pt idx="610">20</cx:pt>
          <cx:pt idx="611">15</cx:pt>
          <cx:pt idx="612">5</cx:pt>
          <cx:pt idx="613">2</cx:pt>
          <cx:pt idx="614">2</cx:pt>
          <cx:pt idx="615">4</cx:pt>
          <cx:pt idx="616">31</cx:pt>
          <cx:pt idx="617">34</cx:pt>
          <cx:pt idx="618">51</cx:pt>
          <cx:pt idx="619">60</cx:pt>
          <cx:pt idx="620">66</cx:pt>
          <cx:pt idx="621">56</cx:pt>
          <cx:pt idx="622">89</cx:pt>
          <cx:pt idx="623">98</cx:pt>
          <cx:pt idx="624">88</cx:pt>
          <cx:pt idx="625">82</cx:pt>
          <cx:pt idx="626">59</cx:pt>
          <cx:pt idx="627">52</cx:pt>
          <cx:pt idx="628">42</cx:pt>
          <cx:pt idx="629">35</cx:pt>
          <cx:pt idx="630">28</cx:pt>
          <cx:pt idx="631">30</cx:pt>
          <cx:pt idx="632">33</cx:pt>
          <cx:pt idx="633">22</cx:pt>
          <cx:pt idx="634">10</cx:pt>
          <cx:pt idx="635">7</cx:pt>
          <cx:pt idx="636">1</cx:pt>
          <cx:pt idx="637">3</cx:pt>
          <cx:pt idx="638">3</cx:pt>
          <cx:pt idx="639">11</cx:pt>
          <cx:pt idx="640">34</cx:pt>
          <cx:pt idx="641">57</cx:pt>
          <cx:pt idx="642">50</cx:pt>
          <cx:pt idx="643">87</cx:pt>
          <cx:pt idx="644">71</cx:pt>
          <cx:pt idx="645">104</cx:pt>
          <cx:pt idx="646">95</cx:pt>
          <cx:pt idx="647">104</cx:pt>
          <cx:pt idx="648">71</cx:pt>
          <cx:pt idx="649">57</cx:pt>
          <cx:pt idx="650">46</cx:pt>
          <cx:pt idx="651">30</cx:pt>
          <cx:pt idx="652">25</cx:pt>
          <cx:pt idx="653">19</cx:pt>
          <cx:pt idx="654">16</cx:pt>
          <cx:pt idx="655">6</cx:pt>
          <cx:pt idx="656">5</cx:pt>
          <cx:pt idx="657">1</cx:pt>
          <cx:pt idx="658">2</cx:pt>
          <cx:pt idx="659">2</cx:pt>
          <cx:pt idx="660">8</cx:pt>
          <cx:pt idx="661">37</cx:pt>
          <cx:pt idx="662">71</cx:pt>
          <cx:pt idx="663">182</cx:pt>
          <cx:pt idx="664">112</cx:pt>
          <cx:pt idx="665">68</cx:pt>
          <cx:pt idx="666">46</cx:pt>
          <cx:pt idx="667">62</cx:pt>
          <cx:pt idx="668">52</cx:pt>
          <cx:pt idx="669">85</cx:pt>
          <cx:pt idx="670">41</cx:pt>
          <cx:pt idx="671">83</cx:pt>
          <cx:pt idx="672">155</cx:pt>
          <cx:pt idx="673">153</cx:pt>
          <cx:pt idx="674">108</cx:pt>
          <cx:pt idx="675">78</cx:pt>
          <cx:pt idx="676">53</cx:pt>
          <cx:pt idx="677">34</cx:pt>
          <cx:pt idx="678">15</cx:pt>
          <cx:pt idx="679">6</cx:pt>
          <cx:pt idx="680">3</cx:pt>
          <cx:pt idx="681">2</cx:pt>
          <cx:pt idx="682">2</cx:pt>
          <cx:pt idx="683">3</cx:pt>
          <cx:pt idx="684">22</cx:pt>
          <cx:pt idx="685">52</cx:pt>
          <cx:pt idx="686">132</cx:pt>
          <cx:pt idx="687">114</cx:pt>
          <cx:pt idx="688">47</cx:pt>
          <cx:pt idx="689">49</cx:pt>
          <cx:pt idx="690">53</cx:pt>
          <cx:pt idx="691">49</cx:pt>
          <cx:pt idx="692">49</cx:pt>
          <cx:pt idx="693">45</cx:pt>
          <cx:pt idx="694">61</cx:pt>
          <cx:pt idx="695">172</cx:pt>
          <cx:pt idx="696">165</cx:pt>
          <cx:pt idx="697">105</cx:pt>
          <cx:pt idx="698">69</cx:pt>
          <cx:pt idx="699">64</cx:pt>
          <cx:pt idx="700">34</cx:pt>
          <cx:pt idx="701">15</cx:pt>
          <cx:pt idx="702">2</cx:pt>
          <cx:pt idx="703">3</cx:pt>
          <cx:pt idx="704">0</cx:pt>
          <cx:pt idx="705">1</cx:pt>
          <cx:pt idx="706">1</cx:pt>
          <cx:pt idx="707">3</cx:pt>
          <cx:pt idx="708">17</cx:pt>
          <cx:pt idx="709">48</cx:pt>
          <cx:pt idx="710">154</cx:pt>
          <cx:pt idx="711">119</cx:pt>
          <cx:pt idx="712">59</cx:pt>
          <cx:pt idx="713">47</cx:pt>
          <cx:pt idx="714">61</cx:pt>
          <cx:pt idx="715">74</cx:pt>
          <cx:pt idx="716">61</cx:pt>
          <cx:pt idx="717">66</cx:pt>
          <cx:pt idx="718">95</cx:pt>
          <cx:pt idx="719">183</cx:pt>
          <cx:pt idx="720">175</cx:pt>
          <cx:pt idx="721">88</cx:pt>
          <cx:pt idx="722">71</cx:pt>
          <cx:pt idx="723">62</cx:pt>
          <cx:pt idx="724">35</cx:pt>
          <cx:pt idx="725">29</cx:pt>
          <cx:pt idx="726">11</cx:pt>
          <cx:pt idx="727">5</cx:pt>
          <cx:pt idx="728">2</cx:pt>
          <cx:pt idx="729">1</cx:pt>
          <cx:pt idx="730">2</cx:pt>
          <cx:pt idx="731">39</cx:pt>
          <cx:pt idx="732">86</cx:pt>
          <cx:pt idx="733">184</cx:pt>
          <cx:pt idx="734">127</cx:pt>
          <cx:pt idx="735">50</cx:pt>
          <cx:pt idx="736">55</cx:pt>
          <cx:pt idx="737">67</cx:pt>
          <cx:pt idx="738">47</cx:pt>
          <cx:pt idx="739">43</cx:pt>
          <cx:pt idx="740">56</cx:pt>
          <cx:pt idx="741">73</cx:pt>
          <cx:pt idx="742">170</cx:pt>
          <cx:pt idx="743">145</cx:pt>
          <cx:pt idx="744">92</cx:pt>
          <cx:pt idx="745">108</cx:pt>
          <cx:pt idx="746">53</cx:pt>
          <cx:pt idx="747">39</cx:pt>
          <cx:pt idx="748">34</cx:pt>
          <cx:pt idx="749">10</cx:pt>
          <cx:pt idx="750">7</cx:pt>
          <cx:pt idx="751">1</cx:pt>
          <cx:pt idx="752">1</cx:pt>
          <cx:pt idx="753">7</cx:pt>
          <cx:pt idx="754">26</cx:pt>
          <cx:pt idx="755">87</cx:pt>
          <cx:pt idx="756">217</cx:pt>
          <cx:pt idx="757">124</cx:pt>
          <cx:pt idx="758">46</cx:pt>
          <cx:pt idx="759">61</cx:pt>
          <cx:pt idx="760">78</cx:pt>
          <cx:pt idx="761">73</cx:pt>
          <cx:pt idx="762">76</cx:pt>
          <cx:pt idx="763">81</cx:pt>
          <cx:pt idx="764">91</cx:pt>
          <cx:pt idx="765">195</cx:pt>
          <cx:pt idx="766">152</cx:pt>
          <cx:pt idx="767">102</cx:pt>
          <cx:pt idx="768">69</cx:pt>
          <cx:pt idx="769">41</cx:pt>
          <cx:pt idx="770">45</cx:pt>
          <cx:pt idx="771">30</cx:pt>
          <cx:pt idx="772">36</cx:pt>
          <cx:pt idx="773">17</cx:pt>
          <cx:pt idx="774">12</cx:pt>
          <cx:pt idx="775">10</cx:pt>
          <cx:pt idx="776">8</cx:pt>
          <cx:pt idx="777">9</cx:pt>
          <cx:pt idx="778">4</cx:pt>
          <cx:pt idx="779">4</cx:pt>
          <cx:pt idx="780">10</cx:pt>
          <cx:pt idx="781">17</cx:pt>
          <cx:pt idx="782">31</cx:pt>
          <cx:pt idx="783">46</cx:pt>
          <cx:pt idx="784">42</cx:pt>
          <cx:pt idx="785">62</cx:pt>
          <cx:pt idx="786">50</cx:pt>
          <cx:pt idx="787">49</cx:pt>
          <cx:pt idx="788">63</cx:pt>
          <cx:pt idx="789">64</cx:pt>
          <cx:pt idx="790">81</cx:pt>
          <cx:pt idx="791">78</cx:pt>
          <cx:pt idx="792">64</cx:pt>
          <cx:pt idx="793">53</cx:pt>
          <cx:pt idx="794">43</cx:pt>
          <cx:pt idx="795">52</cx:pt>
          <cx:pt idx="796">37</cx:pt>
          <cx:pt idx="797">40</cx:pt>
          <cx:pt idx="798">20</cx:pt>
          <cx:pt idx="799">10</cx:pt>
          <cx:pt idx="800">2</cx:pt>
          <cx:pt idx="801">1</cx:pt>
          <cx:pt idx="802">1</cx:pt>
          <cx:pt idx="803">8</cx:pt>
          <cx:pt idx="804">21</cx:pt>
          <cx:pt idx="805">38</cx:pt>
          <cx:pt idx="806">74</cx:pt>
          <cx:pt idx="807">89</cx:pt>
          <cx:pt idx="808">126</cx:pt>
          <cx:pt idx="809">135</cx:pt>
          <cx:pt idx="810">114</cx:pt>
          <cx:pt idx="811">130</cx:pt>
          <cx:pt idx="812">115</cx:pt>
          <cx:pt idx="813">97</cx:pt>
          <cx:pt idx="814">65</cx:pt>
          <cx:pt idx="815">20</cx:pt>
          <cx:pt idx="816">21</cx:pt>
          <cx:pt idx="817">22</cx:pt>
          <cx:pt idx="818">57</cx:pt>
          <cx:pt idx="819">26</cx:pt>
          <cx:pt idx="820">14</cx:pt>
          <cx:pt idx="821">4</cx:pt>
          <cx:pt idx="822">3</cx:pt>
          <cx:pt idx="823">1</cx:pt>
          <cx:pt idx="824">1</cx:pt>
          <cx:pt idx="825">9</cx:pt>
          <cx:pt idx="826">29</cx:pt>
          <cx:pt idx="827">89</cx:pt>
          <cx:pt idx="828">223</cx:pt>
          <cx:pt idx="829">115</cx:pt>
          <cx:pt idx="830">49</cx:pt>
          <cx:pt idx="831">36</cx:pt>
          <cx:pt idx="832">59</cx:pt>
          <cx:pt idx="833">54</cx:pt>
          <cx:pt idx="834">52</cx:pt>
          <cx:pt idx="835">46</cx:pt>
          <cx:pt idx="836">98</cx:pt>
          <cx:pt idx="837">207</cx:pt>
          <cx:pt idx="838">170</cx:pt>
          <cx:pt idx="839">123</cx:pt>
          <cx:pt idx="840">82</cx:pt>
          <cx:pt idx="841">75</cx:pt>
          <cx:pt idx="842">34</cx:pt>
          <cx:pt idx="843">19</cx:pt>
          <cx:pt idx="844">6</cx:pt>
          <cx:pt idx="845">4</cx:pt>
          <cx:pt idx="846">1</cx:pt>
          <cx:pt idx="847">1</cx:pt>
          <cx:pt idx="848">3</cx:pt>
          <cx:pt idx="849">2</cx:pt>
          <cx:pt idx="850">39</cx:pt>
          <cx:pt idx="851">97</cx:pt>
          <cx:pt idx="852">236</cx:pt>
          <cx:pt idx="853">128</cx:pt>
          <cx:pt idx="854">44</cx:pt>
          <cx:pt idx="855">49</cx:pt>
          <cx:pt idx="856">63</cx:pt>
          <cx:pt idx="857">48</cx:pt>
          <cx:pt idx="858">61</cx:pt>
          <cx:pt idx="859">45</cx:pt>
          <cx:pt idx="860">79</cx:pt>
          <cx:pt idx="861">172</cx:pt>
          <cx:pt idx="862">151</cx:pt>
          <cx:pt idx="863">100</cx:pt>
          <cx:pt idx="864">53</cx:pt>
          <cx:pt idx="865">46</cx:pt>
          <cx:pt idx="866">29</cx:pt>
          <cx:pt idx="867">9</cx:pt>
          <cx:pt idx="868">17</cx:pt>
          <cx:pt idx="869">7</cx:pt>
          <cx:pt idx="870">2</cx:pt>
          <cx:pt idx="871">2</cx:pt>
          <cx:pt idx="872">7</cx:pt>
          <cx:pt idx="873">43</cx:pt>
          <cx:pt idx="874">95</cx:pt>
          <cx:pt idx="875">198</cx:pt>
          <cx:pt idx="876">119</cx:pt>
          <cx:pt idx="877">51</cx:pt>
          <cx:pt idx="878">40</cx:pt>
          <cx:pt idx="879">57</cx:pt>
          <cx:pt idx="880">67</cx:pt>
          <cx:pt idx="881">56</cx:pt>
          <cx:pt idx="882">61</cx:pt>
          <cx:pt idx="883">72</cx:pt>
          <cx:pt idx="884">157</cx:pt>
          <cx:pt idx="885">168</cx:pt>
          <cx:pt idx="886">87</cx:pt>
          <cx:pt idx="887">84</cx:pt>
          <cx:pt idx="888">83</cx:pt>
          <cx:pt idx="889">42</cx:pt>
          <cx:pt idx="890">37</cx:pt>
          <cx:pt idx="891">16</cx:pt>
          <cx:pt idx="892">7</cx:pt>
          <cx:pt idx="893">3</cx:pt>
          <cx:pt idx="894">1</cx:pt>
          <cx:pt idx="895">6</cx:pt>
          <cx:pt idx="896">26</cx:pt>
          <cx:pt idx="897">99</cx:pt>
          <cx:pt idx="898">173</cx:pt>
          <cx:pt idx="899">121</cx:pt>
          <cx:pt idx="900">34</cx:pt>
          <cx:pt idx="901">44</cx:pt>
          <cx:pt idx="902">65</cx:pt>
          <cx:pt idx="903">59</cx:pt>
          <cx:pt idx="904">42</cx:pt>
          <cx:pt idx="905">50</cx:pt>
          <cx:pt idx="906">76</cx:pt>
          <cx:pt idx="907">159</cx:pt>
          <cx:pt idx="908">157</cx:pt>
          <cx:pt idx="909">110</cx:pt>
          <cx:pt idx="910">93</cx:pt>
          <cx:pt idx="911">70</cx:pt>
          <cx:pt idx="912">47</cx:pt>
          <cx:pt idx="913">33</cx:pt>
          <cx:pt idx="914">12</cx:pt>
          <cx:pt idx="915">6</cx:pt>
          <cx:pt idx="916">3</cx:pt>
          <cx:pt idx="917">4</cx:pt>
          <cx:pt idx="918">23</cx:pt>
          <cx:pt idx="919">73</cx:pt>
          <cx:pt idx="920">212</cx:pt>
          <cx:pt idx="921">132</cx:pt>
          <cx:pt idx="922">39</cx:pt>
          <cx:pt idx="923">52</cx:pt>
          <cx:pt idx="924">64</cx:pt>
          <cx:pt idx="925">89</cx:pt>
          <cx:pt idx="926">67</cx:pt>
          <cx:pt idx="927">62</cx:pt>
          <cx:pt idx="928">111</cx:pt>
          <cx:pt idx="929">193</cx:pt>
          <cx:pt idx="930">165</cx:pt>
          <cx:pt idx="931">94</cx:pt>
          <cx:pt idx="932">61</cx:pt>
          <cx:pt idx="933">46</cx:pt>
          <cx:pt idx="934">41</cx:pt>
          <cx:pt idx="935">48</cx:pt>
          <cx:pt idx="936">27</cx:pt>
          <cx:pt idx="937">22</cx:pt>
          <cx:pt idx="938">13</cx:pt>
          <cx:pt idx="939">7</cx:pt>
          <cx:pt idx="940">4</cx:pt>
          <cx:pt idx="941">1</cx:pt>
          <cx:pt idx="942">1</cx:pt>
          <cx:pt idx="943">9</cx:pt>
          <cx:pt idx="944">28</cx:pt>
          <cx:pt idx="945">38</cx:pt>
          <cx:pt idx="946">71</cx:pt>
          <cx:pt idx="947">84</cx:pt>
          <cx:pt idx="948">93</cx:pt>
          <cx:pt idx="949">103</cx:pt>
          <cx:pt idx="950">90</cx:pt>
          <cx:pt idx="951">127</cx:pt>
          <cx:pt idx="952">103</cx:pt>
          <cx:pt idx="953">113</cx:pt>
          <cx:pt idx="954">60</cx:pt>
          <cx:pt idx="955">39</cx:pt>
          <cx:pt idx="956">39</cx:pt>
          <cx:pt idx="957">42</cx:pt>
          <cx:pt idx="958">39</cx:pt>
          <cx:pt idx="959">31</cx:pt>
          <cx:pt idx="960">34</cx:pt>
          <cx:pt idx="961">23</cx:pt>
          <cx:pt idx="962">19</cx:pt>
          <cx:pt idx="963">8</cx:pt>
          <cx:pt idx="964">2</cx:pt>
          <cx:pt idx="965">3</cx:pt>
          <cx:pt idx="966">3</cx:pt>
          <cx:pt idx="967">11</cx:pt>
          <cx:pt idx="968">35</cx:pt>
          <cx:pt idx="969">86</cx:pt>
          <cx:pt idx="970">86</cx:pt>
          <cx:pt idx="971">94</cx:pt>
          <cx:pt idx="972">92</cx:pt>
          <cx:pt idx="973">110</cx:pt>
          <cx:pt idx="974">122</cx:pt>
          <cx:pt idx="975">106</cx:pt>
          <cx:pt idx="976">95</cx:pt>
          <cx:pt idx="977">78</cx:pt>
          <cx:pt idx="978">50</cx:pt>
          <cx:pt idx="979">32</cx:pt>
          <cx:pt idx="980">45</cx:pt>
          <cx:pt idx="981">31</cx:pt>
          <cx:pt idx="982">27</cx:pt>
          <cx:pt idx="983">8</cx:pt>
          <cx:pt idx="984">6</cx:pt>
          <cx:pt idx="985">2</cx:pt>
          <cx:pt idx="986">1</cx:pt>
          <cx:pt idx="987">2</cx:pt>
          <cx:pt idx="988">3</cx:pt>
          <cx:pt idx="989">25</cx:pt>
          <cx:pt idx="990">96</cx:pt>
          <cx:pt idx="991">70</cx:pt>
          <cx:pt idx="992">147</cx:pt>
          <cx:pt idx="993">107</cx:pt>
          <cx:pt idx="994">84</cx:pt>
          <cx:pt idx="995">61</cx:pt>
          <cx:pt idx="996">57</cx:pt>
          <cx:pt idx="997">26</cx:pt>
          <cx:pt idx="998">22</cx:pt>
          <cx:pt idx="999">26</cx:pt>
        </cx:lvl>
      </cx:numDim>
    </cx:data>
    <cx:data id="2">
      <cx:strDim type="cat">
        <cx:f>Sheet1!$A$1:$A$1001</cx:f>
        <cx:lvl ptCount="1001">
          <cx:pt idx="0">Weather Sit</cx:pt>
          <cx:pt idx="1">1</cx:pt>
          <cx:pt idx="2">1</cx:pt>
          <cx:pt idx="3">1</cx:pt>
          <cx:pt idx="4">1</cx:pt>
          <cx:pt idx="5">1</cx:pt>
          <cx:pt idx="6">2</cx:pt>
          <cx:pt idx="7">1</cx:pt>
          <cx:pt idx="8">1</cx:pt>
          <cx:pt idx="9">1</cx:pt>
          <cx:pt idx="10">1</cx:pt>
          <cx:pt idx="11">1</cx:pt>
          <cx:pt idx="12">1</cx:pt>
          <cx:pt idx="13">1</cx:pt>
          <cx:pt idx="14">2</cx:pt>
          <cx:pt idx="15">2</cx:pt>
          <cx:pt idx="16">2</cx:pt>
          <cx:pt idx="17">2</cx:pt>
          <cx:pt idx="18">2</cx:pt>
          <cx:pt idx="19">3</cx:pt>
          <cx:pt idx="20">3</cx:pt>
          <cx:pt idx="21">2</cx:pt>
          <cx:pt idx="22">2</cx:pt>
          <cx:pt idx="23">2</cx:pt>
          <cx:pt idx="24">2</cx:pt>
          <cx:pt idx="25">2</cx:pt>
          <cx:pt idx="26">2</cx:pt>
          <cx:pt idx="27">2</cx:pt>
          <cx:pt idx="28">2</cx:pt>
          <cx:pt idx="29">2</cx:pt>
          <cx:pt idx="30">3</cx:pt>
          <cx:pt idx="31">2</cx:pt>
          <cx:pt idx="32">3</cx:pt>
          <cx:pt idx="33">2</cx:pt>
          <cx:pt idx="34">2</cx:pt>
          <cx:pt idx="35">2</cx:pt>
          <cx:pt idx="36">2</cx:pt>
          <cx:pt idx="37">2</cx:pt>
          <cx:pt idx="38">3</cx:pt>
          <cx:pt idx="39">3</cx:pt>
          <cx:pt idx="40">3</cx:pt>
          <cx:pt idx="41">1</cx:pt>
          <cx:pt idx="42">2</cx:pt>
          <cx:pt idx="43">1</cx:pt>
          <cx:pt idx="44">1</cx:pt>
          <cx:pt idx="45">1</cx:pt>
          <cx:pt idx="46">1</cx:pt>
          <cx:pt idx="47">1</cx:pt>
          <cx:pt idx="48">1</cx:pt>
          <cx:pt idx="49">1</cx:pt>
          <cx:pt idx="50">1</cx:pt>
          <cx:pt idx="51">1</cx:pt>
          <cx:pt idx="52">1</cx:pt>
          <cx:pt idx="53">1</cx:pt>
          <cx:pt idx="54">1</cx:pt>
          <cx:pt idx="55">1</cx:pt>
          <cx:pt idx="56">1</cx:pt>
          <cx:pt idx="57">1</cx:pt>
          <cx:pt idx="58">1</cx:pt>
          <cx:pt idx="59">1</cx:pt>
          <cx:pt idx="60">1</cx:pt>
          <cx:pt idx="61">1</cx:pt>
          <cx:pt idx="62">1</cx:pt>
          <cx:pt idx="63">1</cx:pt>
          <cx:pt idx="64">1</cx:pt>
          <cx:pt idx="65">1</cx:pt>
          <cx:pt idx="66">1</cx:pt>
          <cx:pt idx="67">1</cx:pt>
          <cx:pt idx="68">1</cx:pt>
          <cx:pt idx="69">1</cx:pt>
          <cx:pt idx="70">1</cx:pt>
          <cx:pt idx="71">1</cx:pt>
          <cx:pt idx="72">1</cx:pt>
          <cx:pt idx="73">1</cx:pt>
          <cx:pt idx="74">1</cx:pt>
          <cx:pt idx="75">1</cx:pt>
          <cx:pt idx="76">1</cx:pt>
          <cx:pt idx="77">1</cx:pt>
          <cx:pt idx="78">1</cx:pt>
          <cx:pt idx="79">2</cx:pt>
          <cx:pt idx="80">1</cx:pt>
          <cx:pt idx="81">1</cx:pt>
          <cx:pt idx="82">1</cx:pt>
          <cx:pt idx="83">1</cx:pt>
          <cx:pt idx="84">1</cx:pt>
          <cx:pt idx="85">1</cx:pt>
          <cx:pt idx="86">1</cx:pt>
          <cx:pt idx="87">1</cx:pt>
          <cx:pt idx="88">1</cx:pt>
          <cx:pt idx="89">1</cx:pt>
          <cx:pt idx="90">1</cx:pt>
          <cx:pt idx="91">1</cx:pt>
          <cx:pt idx="92">1</cx:pt>
          <cx:pt idx="93">1</cx:pt>
          <cx:pt idx="94">1</cx:pt>
          <cx:pt idx="95">1</cx:pt>
          <cx:pt idx="96">1</cx:pt>
          <cx:pt idx="97">1</cx:pt>
          <cx:pt idx="98">1</cx:pt>
          <cx:pt idx="99">1</cx:pt>
          <cx:pt idx="100">1</cx:pt>
          <cx:pt idx="101">1</cx:pt>
          <cx:pt idx="102">1</cx:pt>
          <cx:pt idx="103">1</cx:pt>
          <cx:pt idx="104">1</cx:pt>
          <cx:pt idx="105">1</cx:pt>
          <cx:pt idx="106">1</cx:pt>
          <cx:pt idx="107">1</cx:pt>
          <cx:pt idx="108">1</cx:pt>
          <cx:pt idx="109">1</cx:pt>
          <cx:pt idx="110">1</cx:pt>
          <cx:pt idx="111">1</cx:pt>
          <cx:pt idx="112">1</cx:pt>
          <cx:pt idx="113">1</cx:pt>
          <cx:pt idx="114">1</cx:pt>
          <cx:pt idx="115">1</cx:pt>
          <cx:pt idx="116">1</cx:pt>
          <cx:pt idx="117">1</cx:pt>
          <cx:pt idx="118">1</cx:pt>
          <cx:pt idx="119">2</cx:pt>
          <cx:pt idx="120">2</cx:pt>
          <cx:pt idx="121">2</cx:pt>
          <cx:pt idx="122">2</cx:pt>
          <cx:pt idx="123">1</cx:pt>
          <cx:pt idx="124">2</cx:pt>
          <cx:pt idx="125">1</cx:pt>
          <cx:pt idx="126">1</cx:pt>
          <cx:pt idx="127">1</cx:pt>
          <cx:pt idx="128">1</cx:pt>
          <cx:pt idx="129">1</cx:pt>
          <cx:pt idx="130">1</cx:pt>
          <cx:pt idx="131">1</cx:pt>
          <cx:pt idx="132">1</cx:pt>
          <cx:pt idx="133">1</cx:pt>
          <cx:pt idx="134">1</cx:pt>
          <cx:pt idx="135">1</cx:pt>
          <cx:pt idx="136">2</cx:pt>
          <cx:pt idx="137">2</cx:pt>
          <cx:pt idx="138">2</cx:pt>
          <cx:pt idx="139">2</cx:pt>
          <cx:pt idx="140">2</cx:pt>
          <cx:pt idx="141">2</cx:pt>
          <cx:pt idx="142">2</cx:pt>
          <cx:pt idx="143">3</cx:pt>
          <cx:pt idx="144">2</cx:pt>
          <cx:pt idx="145">1</cx:pt>
          <cx:pt idx="146">1</cx:pt>
          <cx:pt idx="147">1</cx:pt>
          <cx:pt idx="148">1</cx:pt>
          <cx:pt idx="149">2</cx:pt>
          <cx:pt idx="150">2</cx:pt>
          <cx:pt idx="151">2</cx:pt>
          <cx:pt idx="152">2</cx:pt>
          <cx:pt idx="153">2</cx:pt>
          <cx:pt idx="154">2</cx:pt>
          <cx:pt idx="155">2</cx:pt>
          <cx:pt idx="156">1</cx:pt>
          <cx:pt idx="157">1</cx:pt>
          <cx:pt idx="158">1</cx:pt>
          <cx:pt idx="159">1</cx:pt>
          <cx:pt idx="160">2</cx:pt>
          <cx:pt idx="161">2</cx:pt>
          <cx:pt idx="162">2</cx:pt>
          <cx:pt idx="163">2</cx:pt>
          <cx:pt idx="164">2</cx:pt>
          <cx:pt idx="165">3</cx:pt>
          <cx:pt idx="166">3</cx:pt>
          <cx:pt idx="167">2</cx:pt>
          <cx:pt idx="168">2</cx:pt>
          <cx:pt idx="169">2</cx:pt>
          <cx:pt idx="170">3</cx:pt>
          <cx:pt idx="171">3</cx:pt>
          <cx:pt idx="172">2</cx:pt>
          <cx:pt idx="173">2</cx:pt>
          <cx:pt idx="174">2</cx:pt>
          <cx:pt idx="175">1</cx:pt>
          <cx:pt idx="176">1</cx:pt>
          <cx:pt idx="177">1</cx:pt>
          <cx:pt idx="178">1</cx:pt>
          <cx:pt idx="179">1</cx:pt>
          <cx:pt idx="180">1</cx:pt>
          <cx:pt idx="181">1</cx:pt>
          <cx:pt idx="182">1</cx:pt>
          <cx:pt idx="183">1</cx:pt>
          <cx:pt idx="184">1</cx:pt>
          <cx:pt idx="185">1</cx:pt>
          <cx:pt idx="186">1</cx:pt>
          <cx:pt idx="187">1</cx:pt>
          <cx:pt idx="188">1</cx:pt>
          <cx:pt idx="189">1</cx:pt>
          <cx:pt idx="190">1</cx:pt>
          <cx:pt idx="191">1</cx:pt>
          <cx:pt idx="192">1</cx:pt>
          <cx:pt idx="193">1</cx:pt>
          <cx:pt idx="194">1</cx:pt>
          <cx:pt idx="195">1</cx:pt>
          <cx:pt idx="196">1</cx:pt>
          <cx:pt idx="197">1</cx:pt>
          <cx:pt idx="198">1</cx:pt>
          <cx:pt idx="199">1</cx:pt>
          <cx:pt idx="200">1</cx:pt>
          <cx:pt idx="201">1</cx:pt>
          <cx:pt idx="202">1</cx:pt>
          <cx:pt idx="203">1</cx:pt>
          <cx:pt idx="204">1</cx:pt>
          <cx:pt idx="205">1</cx:pt>
          <cx:pt idx="206">1</cx:pt>
          <cx:pt idx="207">1</cx:pt>
          <cx:pt idx="208">1</cx:pt>
          <cx:pt idx="209">1</cx:pt>
          <cx:pt idx="210">1</cx:pt>
          <cx:pt idx="211">1</cx:pt>
          <cx:pt idx="212">1</cx:pt>
          <cx:pt idx="213">1</cx:pt>
          <cx:pt idx="214">1</cx:pt>
          <cx:pt idx="215">1</cx:pt>
          <cx:pt idx="216">1</cx:pt>
          <cx:pt idx="217">1</cx:pt>
          <cx:pt idx="218">2</cx:pt>
          <cx:pt idx="219">2</cx:pt>
          <cx:pt idx="220">2</cx:pt>
          <cx:pt idx="221">2</cx:pt>
          <cx:pt idx="222">2</cx:pt>
          <cx:pt idx="223">2</cx:pt>
          <cx:pt idx="224">2</cx:pt>
          <cx:pt idx="225">2</cx:pt>
          <cx:pt idx="226">1</cx:pt>
          <cx:pt idx="227">1</cx:pt>
          <cx:pt idx="228">1</cx:pt>
          <cx:pt idx="229">1</cx:pt>
          <cx:pt idx="230">1</cx:pt>
          <cx:pt idx="231">1</cx:pt>
          <cx:pt idx="232">1</cx:pt>
          <cx:pt idx="233">1</cx:pt>
          <cx:pt idx="234">1</cx:pt>
          <cx:pt idx="235">1</cx:pt>
          <cx:pt idx="236">2</cx:pt>
          <cx:pt idx="237">2</cx:pt>
          <cx:pt idx="238">2</cx:pt>
          <cx:pt idx="239">2</cx:pt>
          <cx:pt idx="240">2</cx:pt>
          <cx:pt idx="241">2</cx:pt>
          <cx:pt idx="242">2</cx:pt>
          <cx:pt idx="243">2</cx:pt>
          <cx:pt idx="244">2</cx:pt>
          <cx:pt idx="245">2</cx:pt>
          <cx:pt idx="246">2</cx:pt>
          <cx:pt idx="247">2</cx:pt>
          <cx:pt idx="248">2</cx:pt>
          <cx:pt idx="249">2</cx:pt>
          <cx:pt idx="250">3</cx:pt>
          <cx:pt idx="251">3</cx:pt>
          <cx:pt idx="252">3</cx:pt>
          <cx:pt idx="253">3</cx:pt>
          <cx:pt idx="254">3</cx:pt>
          <cx:pt idx="255">3</cx:pt>
          <cx:pt idx="256">2</cx:pt>
          <cx:pt idx="257">2</cx:pt>
          <cx:pt idx="258">1</cx:pt>
          <cx:pt idx="259">1</cx:pt>
          <cx:pt idx="260">1</cx:pt>
          <cx:pt idx="261">1</cx:pt>
          <cx:pt idx="262">1</cx:pt>
          <cx:pt idx="263">1</cx:pt>
          <cx:pt idx="264">1</cx:pt>
          <cx:pt idx="265">1</cx:pt>
          <cx:pt idx="266">1</cx:pt>
          <cx:pt idx="267">1</cx:pt>
          <cx:pt idx="268">1</cx:pt>
          <cx:pt idx="269">1</cx:pt>
          <cx:pt idx="270">1</cx:pt>
          <cx:pt idx="271">1</cx:pt>
          <cx:pt idx="272">1</cx:pt>
          <cx:pt idx="273">1</cx:pt>
          <cx:pt idx="274">1</cx:pt>
          <cx:pt idx="275">1</cx:pt>
          <cx:pt idx="276">1</cx:pt>
          <cx:pt idx="277">1</cx:pt>
          <cx:pt idx="278">1</cx:pt>
          <cx:pt idx="279">1</cx:pt>
          <cx:pt idx="280">1</cx:pt>
          <cx:pt idx="281">1</cx:pt>
          <cx:pt idx="282">1</cx:pt>
          <cx:pt idx="283">1</cx:pt>
          <cx:pt idx="284">1</cx:pt>
          <cx:pt idx="285">1</cx:pt>
          <cx:pt idx="286">1</cx:pt>
          <cx:pt idx="287">1</cx:pt>
          <cx:pt idx="288">2</cx:pt>
          <cx:pt idx="289">2</cx:pt>
          <cx:pt idx="290">1</cx:pt>
          <cx:pt idx="291">1</cx:pt>
          <cx:pt idx="292">1</cx:pt>
          <cx:pt idx="293">1</cx:pt>
          <cx:pt idx="294">1</cx:pt>
          <cx:pt idx="295">1</cx:pt>
          <cx:pt idx="296">1</cx:pt>
          <cx:pt idx="297">1</cx:pt>
          <cx:pt idx="298">1</cx:pt>
          <cx:pt idx="299">1</cx:pt>
          <cx:pt idx="300">1</cx:pt>
          <cx:pt idx="301">1</cx:pt>
          <cx:pt idx="302">1</cx:pt>
          <cx:pt idx="303">1</cx:pt>
          <cx:pt idx="304">1</cx:pt>
          <cx:pt idx="305">1</cx:pt>
          <cx:pt idx="306">1</cx:pt>
          <cx:pt idx="307">1</cx:pt>
          <cx:pt idx="308">1</cx:pt>
          <cx:pt idx="309">1</cx:pt>
          <cx:pt idx="310">1</cx:pt>
          <cx:pt idx="311">1</cx:pt>
          <cx:pt idx="312">1</cx:pt>
          <cx:pt idx="313">1</cx:pt>
          <cx:pt idx="314">1</cx:pt>
          <cx:pt idx="315">1</cx:pt>
          <cx:pt idx="316">1</cx:pt>
          <cx:pt idx="317">1</cx:pt>
          <cx:pt idx="318">1</cx:pt>
          <cx:pt idx="319">1</cx:pt>
          <cx:pt idx="320">1</cx:pt>
          <cx:pt idx="321">1</cx:pt>
          <cx:pt idx="322">1</cx:pt>
          <cx:pt idx="323">2</cx:pt>
          <cx:pt idx="324">2</cx:pt>
          <cx:pt idx="325">1</cx:pt>
          <cx:pt idx="326">2</cx:pt>
          <cx:pt idx="327">2</cx:pt>
          <cx:pt idx="328">2</cx:pt>
          <cx:pt idx="329">2</cx:pt>
          <cx:pt idx="330">1</cx:pt>
          <cx:pt idx="331">1</cx:pt>
          <cx:pt idx="332">1</cx:pt>
          <cx:pt idx="333">1</cx:pt>
          <cx:pt idx="334">1</cx:pt>
          <cx:pt idx="335">1</cx:pt>
          <cx:pt idx="336">1</cx:pt>
          <cx:pt idx="337">1</cx:pt>
          <cx:pt idx="338">1</cx:pt>
          <cx:pt idx="339">1</cx:pt>
          <cx:pt idx="340">2</cx:pt>
          <cx:pt idx="341">2</cx:pt>
          <cx:pt idx="342">2</cx:pt>
          <cx:pt idx="343">2</cx:pt>
          <cx:pt idx="344">2</cx:pt>
          <cx:pt idx="345">2</cx:pt>
          <cx:pt idx="346">2</cx:pt>
          <cx:pt idx="347">2</cx:pt>
          <cx:pt idx="348">1</cx:pt>
          <cx:pt idx="349">1</cx:pt>
          <cx:pt idx="350">1</cx:pt>
          <cx:pt idx="351">1</cx:pt>
          <cx:pt idx="352">1</cx:pt>
          <cx:pt idx="353">1</cx:pt>
          <cx:pt idx="354">2</cx:pt>
          <cx:pt idx="355">2</cx:pt>
          <cx:pt idx="356">2</cx:pt>
          <cx:pt idx="357">1</cx:pt>
          <cx:pt idx="358">1</cx:pt>
          <cx:pt idx="359">1</cx:pt>
          <cx:pt idx="360">1</cx:pt>
          <cx:pt idx="361">1</cx:pt>
          <cx:pt idx="362">1</cx:pt>
          <cx:pt idx="363">1</cx:pt>
          <cx:pt idx="364">1</cx:pt>
          <cx:pt idx="365">1</cx:pt>
          <cx:pt idx="366">1</cx:pt>
          <cx:pt idx="367">1</cx:pt>
          <cx:pt idx="368">1</cx:pt>
          <cx:pt idx="369">1</cx:pt>
          <cx:pt idx="370">1</cx:pt>
          <cx:pt idx="371">2</cx:pt>
          <cx:pt idx="372">2</cx:pt>
          <cx:pt idx="373">2</cx:pt>
          <cx:pt idx="374">2</cx:pt>
          <cx:pt idx="375">2</cx:pt>
          <cx:pt idx="376">2</cx:pt>
          <cx:pt idx="377">2</cx:pt>
          <cx:pt idx="378">2</cx:pt>
          <cx:pt idx="379">2</cx:pt>
          <cx:pt idx="380">2</cx:pt>
          <cx:pt idx="381">2</cx:pt>
          <cx:pt idx="382">2</cx:pt>
          <cx:pt idx="383">2</cx:pt>
          <cx:pt idx="384">2</cx:pt>
          <cx:pt idx="385">2</cx:pt>
          <cx:pt idx="386">2</cx:pt>
          <cx:pt idx="387">2</cx:pt>
          <cx:pt idx="388">2</cx:pt>
          <cx:pt idx="389">2</cx:pt>
          <cx:pt idx="390">1</cx:pt>
          <cx:pt idx="391">2</cx:pt>
          <cx:pt idx="392">3</cx:pt>
          <cx:pt idx="393">3</cx:pt>
          <cx:pt idx="394">3</cx:pt>
          <cx:pt idx="395">3</cx:pt>
          <cx:pt idx="396">3</cx:pt>
          <cx:pt idx="397">2</cx:pt>
          <cx:pt idx="398">2</cx:pt>
          <cx:pt idx="399">2</cx:pt>
          <cx:pt idx="400">2</cx:pt>
          <cx:pt idx="401">2</cx:pt>
          <cx:pt idx="402">2</cx:pt>
          <cx:pt idx="403">2</cx:pt>
          <cx:pt idx="404">2</cx:pt>
          <cx:pt idx="405">2</cx:pt>
          <cx:pt idx="406">2</cx:pt>
          <cx:pt idx="407">2</cx:pt>
          <cx:pt idx="408">2</cx:pt>
          <cx:pt idx="409">2</cx:pt>
          <cx:pt idx="410">3</cx:pt>
          <cx:pt idx="411">3</cx:pt>
          <cx:pt idx="412">3</cx:pt>
          <cx:pt idx="413">2</cx:pt>
          <cx:pt idx="414">2</cx:pt>
          <cx:pt idx="415">2</cx:pt>
          <cx:pt idx="416">2</cx:pt>
          <cx:pt idx="417">2</cx:pt>
          <cx:pt idx="418">2</cx:pt>
          <cx:pt idx="419">2</cx:pt>
          <cx:pt idx="420">2</cx:pt>
          <cx:pt idx="421">1</cx:pt>
          <cx:pt idx="422">1</cx:pt>
          <cx:pt idx="423">1</cx:pt>
          <cx:pt idx="424">1</cx:pt>
          <cx:pt idx="425">1</cx:pt>
          <cx:pt idx="426">1</cx:pt>
          <cx:pt idx="427">1</cx:pt>
          <cx:pt idx="428">1</cx:pt>
          <cx:pt idx="429">1</cx:pt>
          <cx:pt idx="430">1</cx:pt>
          <cx:pt idx="431">1</cx:pt>
          <cx:pt idx="432">1</cx:pt>
          <cx:pt idx="433">1</cx:pt>
          <cx:pt idx="434">1</cx:pt>
          <cx:pt idx="435">1</cx:pt>
          <cx:pt idx="436">1</cx:pt>
          <cx:pt idx="437">1</cx:pt>
          <cx:pt idx="438">1</cx:pt>
          <cx:pt idx="439">1</cx:pt>
          <cx:pt idx="440">1</cx:pt>
          <cx:pt idx="441">2</cx:pt>
          <cx:pt idx="442">1</cx:pt>
          <cx:pt idx="443">2</cx:pt>
          <cx:pt idx="444">2</cx:pt>
          <cx:pt idx="445">2</cx:pt>
          <cx:pt idx="446">2</cx:pt>
          <cx:pt idx="447">2</cx:pt>
          <cx:pt idx="448">2</cx:pt>
          <cx:pt idx="449">2</cx:pt>
          <cx:pt idx="450">2</cx:pt>
          <cx:pt idx="451">1</cx:pt>
          <cx:pt idx="452">2</cx:pt>
          <cx:pt idx="453">2</cx:pt>
          <cx:pt idx="454">2</cx:pt>
          <cx:pt idx="455">2</cx:pt>
          <cx:pt idx="456">2</cx:pt>
          <cx:pt idx="457">2</cx:pt>
          <cx:pt idx="458">3</cx:pt>
          <cx:pt idx="459">3</cx:pt>
          <cx:pt idx="460">2</cx:pt>
          <cx:pt idx="461">1</cx:pt>
          <cx:pt idx="462">1</cx:pt>
          <cx:pt idx="463">1</cx:pt>
          <cx:pt idx="464">1</cx:pt>
          <cx:pt idx="465">1</cx:pt>
          <cx:pt idx="466">1</cx:pt>
          <cx:pt idx="467">1</cx:pt>
          <cx:pt idx="468">1</cx:pt>
          <cx:pt idx="469">1</cx:pt>
          <cx:pt idx="470">1</cx:pt>
          <cx:pt idx="471">1</cx:pt>
          <cx:pt idx="472">1</cx:pt>
          <cx:pt idx="473">1</cx:pt>
          <cx:pt idx="474">1</cx:pt>
          <cx:pt idx="475">1</cx:pt>
          <cx:pt idx="476">1</cx:pt>
          <cx:pt idx="477">1</cx:pt>
          <cx:pt idx="478">1</cx:pt>
          <cx:pt idx="479">1</cx:pt>
          <cx:pt idx="480">1</cx:pt>
          <cx:pt idx="481">2</cx:pt>
          <cx:pt idx="482">2</cx:pt>
          <cx:pt idx="483">2</cx:pt>
          <cx:pt idx="484">2</cx:pt>
          <cx:pt idx="485">2</cx:pt>
          <cx:pt idx="486">1</cx:pt>
          <cx:pt idx="487">1</cx:pt>
          <cx:pt idx="488">1</cx:pt>
          <cx:pt idx="489">2</cx:pt>
          <cx:pt idx="490">2</cx:pt>
          <cx:pt idx="491">2</cx:pt>
          <cx:pt idx="492">1</cx:pt>
          <cx:pt idx="493">1</cx:pt>
          <cx:pt idx="494">1</cx:pt>
          <cx:pt idx="495">1</cx:pt>
          <cx:pt idx="496">1</cx:pt>
          <cx:pt idx="497">1</cx:pt>
          <cx:pt idx="498">1</cx:pt>
          <cx:pt idx="499">1</cx:pt>
          <cx:pt idx="500">1</cx:pt>
          <cx:pt idx="501">1</cx:pt>
          <cx:pt idx="502">1</cx:pt>
          <cx:pt idx="503">1</cx:pt>
          <cx:pt idx="504">1</cx:pt>
          <cx:pt idx="505">1</cx:pt>
          <cx:pt idx="506">1</cx:pt>
          <cx:pt idx="507">2</cx:pt>
          <cx:pt idx="508">2</cx:pt>
          <cx:pt idx="509">1</cx:pt>
          <cx:pt idx="510">1</cx:pt>
          <cx:pt idx="511">1</cx:pt>
          <cx:pt idx="512">1</cx:pt>
          <cx:pt idx="513">1</cx:pt>
          <cx:pt idx="514">1</cx:pt>
          <cx:pt idx="515">1</cx:pt>
          <cx:pt idx="516">1</cx:pt>
          <cx:pt idx="517">1</cx:pt>
          <cx:pt idx="518">1</cx:pt>
          <cx:pt idx="519">1</cx:pt>
          <cx:pt idx="520">1</cx:pt>
          <cx:pt idx="521">1</cx:pt>
          <cx:pt idx="522">1</cx:pt>
          <cx:pt idx="523">1</cx:pt>
          <cx:pt idx="524">1</cx:pt>
          <cx:pt idx="525">1</cx:pt>
          <cx:pt idx="526">1</cx:pt>
          <cx:pt idx="527">1</cx:pt>
          <cx:pt idx="528">1</cx:pt>
          <cx:pt idx="529">1</cx:pt>
          <cx:pt idx="530">1</cx:pt>
          <cx:pt idx="531">1</cx:pt>
          <cx:pt idx="532">1</cx:pt>
          <cx:pt idx="533">1</cx:pt>
          <cx:pt idx="534">1</cx:pt>
          <cx:pt idx="535">1</cx:pt>
          <cx:pt idx="536">1</cx:pt>
          <cx:pt idx="537">2</cx:pt>
          <cx:pt idx="538">2</cx:pt>
          <cx:pt idx="539">2</cx:pt>
          <cx:pt idx="540">1</cx:pt>
          <cx:pt idx="541">1</cx:pt>
          <cx:pt idx="542">1</cx:pt>
          <cx:pt idx="543">1</cx:pt>
          <cx:pt idx="544">1</cx:pt>
          <cx:pt idx="545">1</cx:pt>
          <cx:pt idx="546">1</cx:pt>
          <cx:pt idx="547">2</cx:pt>
          <cx:pt idx="548">2</cx:pt>
          <cx:pt idx="549">2</cx:pt>
          <cx:pt idx="550">2</cx:pt>
          <cx:pt idx="551">1</cx:pt>
          <cx:pt idx="552">1</cx:pt>
          <cx:pt idx="553">1</cx:pt>
          <cx:pt idx="554">1</cx:pt>
          <cx:pt idx="555">1</cx:pt>
          <cx:pt idx="556">2</cx:pt>
          <cx:pt idx="557">2</cx:pt>
          <cx:pt idx="558">2</cx:pt>
          <cx:pt idx="559">2</cx:pt>
          <cx:pt idx="560">2</cx:pt>
          <cx:pt idx="561">2</cx:pt>
          <cx:pt idx="562">2</cx:pt>
          <cx:pt idx="563">2</cx:pt>
          <cx:pt idx="564">2</cx:pt>
          <cx:pt idx="565">1</cx:pt>
          <cx:pt idx="566">2</cx:pt>
          <cx:pt idx="567">2</cx:pt>
          <cx:pt idx="568">1</cx:pt>
          <cx:pt idx="569">1</cx:pt>
          <cx:pt idx="570">1</cx:pt>
          <cx:pt idx="571">2</cx:pt>
          <cx:pt idx="572">2</cx:pt>
          <cx:pt idx="573">2</cx:pt>
          <cx:pt idx="574">3</cx:pt>
          <cx:pt idx="575">3</cx:pt>
          <cx:pt idx="576">3</cx:pt>
          <cx:pt idx="577">3</cx:pt>
          <cx:pt idx="578">3</cx:pt>
          <cx:pt idx="579">3</cx:pt>
          <cx:pt idx="580">3</cx:pt>
          <cx:pt idx="581">3</cx:pt>
          <cx:pt idx="582">3</cx:pt>
          <cx:pt idx="583">3</cx:pt>
          <cx:pt idx="584">3</cx:pt>
          <cx:pt idx="585">3</cx:pt>
          <cx:pt idx="586">4</cx:pt>
          <cx:pt idx="587">3</cx:pt>
          <cx:pt idx="588">1</cx:pt>
          <cx:pt idx="589">1</cx:pt>
          <cx:pt idx="590">1</cx:pt>
          <cx:pt idx="591">1</cx:pt>
          <cx:pt idx="592">1</cx:pt>
          <cx:pt idx="593">1</cx:pt>
          <cx:pt idx="594">1</cx:pt>
          <cx:pt idx="595">1</cx:pt>
          <cx:pt idx="596">2</cx:pt>
          <cx:pt idx="597">2</cx:pt>
          <cx:pt idx="598">2</cx:pt>
          <cx:pt idx="599">2</cx:pt>
          <cx:pt idx="600">2</cx:pt>
          <cx:pt idx="601">2</cx:pt>
          <cx:pt idx="602">2</cx:pt>
          <cx:pt idx="603">2</cx:pt>
          <cx:pt idx="604">3</cx:pt>
          <cx:pt idx="605">3</cx:pt>
          <cx:pt idx="606">3</cx:pt>
          <cx:pt idx="607">3</cx:pt>
          <cx:pt idx="608">3</cx:pt>
          <cx:pt idx="609">3</cx:pt>
          <cx:pt idx="610">2</cx:pt>
          <cx:pt idx="611">1</cx:pt>
          <cx:pt idx="612">1</cx:pt>
          <cx:pt idx="613">1</cx:pt>
          <cx:pt idx="614">1</cx:pt>
          <cx:pt idx="615">1</cx:pt>
          <cx:pt idx="616">1</cx:pt>
          <cx:pt idx="617">1</cx:pt>
          <cx:pt idx="618">1</cx:pt>
          <cx:pt idx="619">2</cx:pt>
          <cx:pt idx="620">2</cx:pt>
          <cx:pt idx="621">2</cx:pt>
          <cx:pt idx="622">2</cx:pt>
          <cx:pt idx="623">2</cx:pt>
          <cx:pt idx="624">1</cx:pt>
          <cx:pt idx="625">1</cx:pt>
          <cx:pt idx="626">1</cx:pt>
          <cx:pt idx="627">1</cx:pt>
          <cx:pt idx="628">2</cx:pt>
          <cx:pt idx="629">1</cx:pt>
          <cx:pt idx="630">1</cx:pt>
          <cx:pt idx="631">1</cx:pt>
          <cx:pt idx="632">1</cx:pt>
          <cx:pt idx="633">1</cx:pt>
          <cx:pt idx="634">1</cx:pt>
          <cx:pt idx="635">1</cx:pt>
          <cx:pt idx="636">1</cx:pt>
          <cx:pt idx="637">1</cx:pt>
          <cx:pt idx="638">1</cx:pt>
          <cx:pt idx="639">1</cx:pt>
          <cx:pt idx="640">2</cx:pt>
          <cx:pt idx="641">2</cx:pt>
          <cx:pt idx="642">2</cx:pt>
          <cx:pt idx="643">1</cx:pt>
          <cx:pt idx="644">1</cx:pt>
          <cx:pt idx="645">1</cx:pt>
          <cx:pt idx="646">1</cx:pt>
          <cx:pt idx="647">1</cx:pt>
          <cx:pt idx="648">1</cx:pt>
          <cx:pt idx="649">1</cx:pt>
          <cx:pt idx="650">1</cx:pt>
          <cx:pt idx="651">1</cx:pt>
          <cx:pt idx="652">2</cx:pt>
          <cx:pt idx="653">2</cx:pt>
          <cx:pt idx="654">2</cx:pt>
          <cx:pt idx="655">2</cx:pt>
          <cx:pt idx="656">2</cx:pt>
          <cx:pt idx="657">1</cx:pt>
          <cx:pt idx="658">1</cx:pt>
          <cx:pt idx="659">1</cx:pt>
          <cx:pt idx="660">1</cx:pt>
          <cx:pt idx="661">1</cx:pt>
          <cx:pt idx="662">1</cx:pt>
          <cx:pt idx="663">2</cx:pt>
          <cx:pt idx="664">2</cx:pt>
          <cx:pt idx="665">2</cx:pt>
          <cx:pt idx="666">2</cx:pt>
          <cx:pt idx="667">2</cx:pt>
          <cx:pt idx="668">2</cx:pt>
          <cx:pt idx="669">2</cx:pt>
          <cx:pt idx="670">2</cx:pt>
          <cx:pt idx="671">2</cx:pt>
          <cx:pt idx="672">2</cx:pt>
          <cx:pt idx="673">2</cx:pt>
          <cx:pt idx="674">2</cx:pt>
          <cx:pt idx="675">1</cx:pt>
          <cx:pt idx="676">3</cx:pt>
          <cx:pt idx="677">3</cx:pt>
          <cx:pt idx="678">2</cx:pt>
          <cx:pt idx="679">2</cx:pt>
          <cx:pt idx="680">2</cx:pt>
          <cx:pt idx="681">2</cx:pt>
          <cx:pt idx="682">2</cx:pt>
          <cx:pt idx="683">2</cx:pt>
          <cx:pt idx="684">3</cx:pt>
          <cx:pt idx="685">3</cx:pt>
          <cx:pt idx="686">3</cx:pt>
          <cx:pt idx="687">3</cx:pt>
          <cx:pt idx="688">2</cx:pt>
          <cx:pt idx="689">2</cx:pt>
          <cx:pt idx="690">2</cx:pt>
          <cx:pt idx="691">2</cx:pt>
          <cx:pt idx="692">2</cx:pt>
          <cx:pt idx="693">2</cx:pt>
          <cx:pt idx="694">2</cx:pt>
          <cx:pt idx="695">2</cx:pt>
          <cx:pt idx="696">2</cx:pt>
          <cx:pt idx="697">2</cx:pt>
          <cx:pt idx="698">2</cx:pt>
          <cx:pt idx="699">2</cx:pt>
          <cx:pt idx="700">2</cx:pt>
          <cx:pt idx="701">2</cx:pt>
          <cx:pt idx="702">3</cx:pt>
          <cx:pt idx="703">3</cx:pt>
          <cx:pt idx="704">3</cx:pt>
          <cx:pt idx="705">3</cx:pt>
          <cx:pt idx="706">3</cx:pt>
          <cx:pt idx="707">3</cx:pt>
          <cx:pt idx="708">3</cx:pt>
          <cx:pt idx="709">3</cx:pt>
          <cx:pt idx="710">3</cx:pt>
          <cx:pt idx="711">3</cx:pt>
          <cx:pt idx="712">2</cx:pt>
          <cx:pt idx="713">2</cx:pt>
          <cx:pt idx="714">2</cx:pt>
          <cx:pt idx="715">2</cx:pt>
          <cx:pt idx="716">1</cx:pt>
          <cx:pt idx="717">1</cx:pt>
          <cx:pt idx="718">1</cx:pt>
          <cx:pt idx="719">1</cx:pt>
          <cx:pt idx="720">1</cx:pt>
          <cx:pt idx="721">1</cx:pt>
          <cx:pt idx="722">1</cx:pt>
          <cx:pt idx="723">1</cx:pt>
          <cx:pt idx="724">1</cx:pt>
          <cx:pt idx="725">1</cx:pt>
          <cx:pt idx="726">1</cx:pt>
          <cx:pt idx="727">1</cx:pt>
          <cx:pt idx="728">1</cx:pt>
          <cx:pt idx="729">1</cx:pt>
          <cx:pt idx="730">1</cx:pt>
          <cx:pt idx="731">1</cx:pt>
          <cx:pt idx="732">1</cx:pt>
          <cx:pt idx="733">1</cx:pt>
          <cx:pt idx="734">1</cx:pt>
          <cx:pt idx="735">1</cx:pt>
          <cx:pt idx="736">1</cx:pt>
          <cx:pt idx="737">1</cx:pt>
          <cx:pt idx="738">1</cx:pt>
          <cx:pt idx="739">1</cx:pt>
          <cx:pt idx="740">1</cx:pt>
          <cx:pt idx="741">1</cx:pt>
          <cx:pt idx="742">1</cx:pt>
          <cx:pt idx="743">1</cx:pt>
          <cx:pt idx="744">1</cx:pt>
          <cx:pt idx="745">1</cx:pt>
          <cx:pt idx="746">1</cx:pt>
          <cx:pt idx="747">1</cx:pt>
          <cx:pt idx="748">1</cx:pt>
          <cx:pt idx="749">1</cx:pt>
          <cx:pt idx="750">2</cx:pt>
          <cx:pt idx="751">2</cx:pt>
          <cx:pt idx="752">2</cx:pt>
          <cx:pt idx="753">2</cx:pt>
          <cx:pt idx="754">2</cx:pt>
          <cx:pt idx="755">2</cx:pt>
          <cx:pt idx="756">1</cx:pt>
          <cx:pt idx="757">1</cx:pt>
          <cx:pt idx="758">2</cx:pt>
          <cx:pt idx="759">2</cx:pt>
          <cx:pt idx="760">1</cx:pt>
          <cx:pt idx="761">2</cx:pt>
          <cx:pt idx="762">2</cx:pt>
          <cx:pt idx="763">2</cx:pt>
          <cx:pt idx="764">2</cx:pt>
          <cx:pt idx="765">2</cx:pt>
          <cx:pt idx="766">2</cx:pt>
          <cx:pt idx="767">2</cx:pt>
          <cx:pt idx="768">2</cx:pt>
          <cx:pt idx="769">2</cx:pt>
          <cx:pt idx="770">2</cx:pt>
          <cx:pt idx="771">2</cx:pt>
          <cx:pt idx="772">2</cx:pt>
          <cx:pt idx="773">2</cx:pt>
          <cx:pt idx="774">2</cx:pt>
          <cx:pt idx="775">2</cx:pt>
          <cx:pt idx="776">2</cx:pt>
          <cx:pt idx="777">3</cx:pt>
          <cx:pt idx="778">3</cx:pt>
          <cx:pt idx="779">3</cx:pt>
          <cx:pt idx="780">3</cx:pt>
          <cx:pt idx="781">3</cx:pt>
          <cx:pt idx="782">3</cx:pt>
          <cx:pt idx="783">3</cx:pt>
          <cx:pt idx="784">3</cx:pt>
          <cx:pt idx="785">3</cx:pt>
          <cx:pt idx="786">3</cx:pt>
          <cx:pt idx="787">3</cx:pt>
          <cx:pt idx="788">3</cx:pt>
          <cx:pt idx="789">3</cx:pt>
          <cx:pt idx="790">2</cx:pt>
          <cx:pt idx="791">2</cx:pt>
          <cx:pt idx="792">2</cx:pt>
          <cx:pt idx="793">1</cx:pt>
          <cx:pt idx="794">1</cx:pt>
          <cx:pt idx="795">1</cx:pt>
          <cx:pt idx="796">1</cx:pt>
          <cx:pt idx="797">1</cx:pt>
          <cx:pt idx="798">1</cx:pt>
          <cx:pt idx="799">1</cx:pt>
          <cx:pt idx="800">1</cx:pt>
          <cx:pt idx="801">1</cx:pt>
          <cx:pt idx="802">1</cx:pt>
          <cx:pt idx="803">1</cx:pt>
          <cx:pt idx="804">1</cx:pt>
          <cx:pt idx="805">1</cx:pt>
          <cx:pt idx="806">1</cx:pt>
          <cx:pt idx="807">1</cx:pt>
          <cx:pt idx="808">1</cx:pt>
          <cx:pt idx="809">1</cx:pt>
          <cx:pt idx="810">1</cx:pt>
          <cx:pt idx="811">1</cx:pt>
          <cx:pt idx="812">1</cx:pt>
          <cx:pt idx="813">1</cx:pt>
          <cx:pt idx="814">1</cx:pt>
          <cx:pt idx="815">1</cx:pt>
          <cx:pt idx="816">1</cx:pt>
          <cx:pt idx="817">1</cx:pt>
          <cx:pt idx="818">1</cx:pt>
          <cx:pt idx="819">1</cx:pt>
          <cx:pt idx="820">1</cx:pt>
          <cx:pt idx="821">1</cx:pt>
          <cx:pt idx="822">1</cx:pt>
          <cx:pt idx="823">1</cx:pt>
          <cx:pt idx="824">1</cx:pt>
          <cx:pt idx="825">1</cx:pt>
          <cx:pt idx="826">1</cx:pt>
          <cx:pt idx="827">1</cx:pt>
          <cx:pt idx="828">1</cx:pt>
          <cx:pt idx="829">2</cx:pt>
          <cx:pt idx="830">1</cx:pt>
          <cx:pt idx="831">1</cx:pt>
          <cx:pt idx="832">1</cx:pt>
          <cx:pt idx="833">2</cx:pt>
          <cx:pt idx="834">2</cx:pt>
          <cx:pt idx="835">2</cx:pt>
          <cx:pt idx="836">2</cx:pt>
          <cx:pt idx="837">2</cx:pt>
          <cx:pt idx="838">2</cx:pt>
          <cx:pt idx="839">2</cx:pt>
          <cx:pt idx="840">2</cx:pt>
          <cx:pt idx="841">2</cx:pt>
          <cx:pt idx="842">1</cx:pt>
          <cx:pt idx="843">1</cx:pt>
          <cx:pt idx="844">2</cx:pt>
          <cx:pt idx="845">2</cx:pt>
          <cx:pt idx="846">2</cx:pt>
          <cx:pt idx="847">2</cx:pt>
          <cx:pt idx="848">3</cx:pt>
          <cx:pt idx="849">1</cx:pt>
          <cx:pt idx="850">1</cx:pt>
          <cx:pt idx="851">1</cx:pt>
          <cx:pt idx="852">1</cx:pt>
          <cx:pt idx="853">1</cx:pt>
          <cx:pt idx="854">1</cx:pt>
          <cx:pt idx="855">1</cx:pt>
          <cx:pt idx="856">1</cx:pt>
          <cx:pt idx="857">1</cx:pt>
          <cx:pt idx="858">2</cx:pt>
          <cx:pt idx="859">1</cx:pt>
          <cx:pt idx="860">1</cx:pt>
          <cx:pt idx="861">1</cx:pt>
          <cx:pt idx="862">1</cx:pt>
          <cx:pt idx="863">1</cx:pt>
          <cx:pt idx="864">1</cx:pt>
          <cx:pt idx="865">1</cx:pt>
          <cx:pt idx="866">1</cx:pt>
          <cx:pt idx="867">1</cx:pt>
          <cx:pt idx="868">1</cx:pt>
          <cx:pt idx="869">1</cx:pt>
          <cx:pt idx="870">1</cx:pt>
          <cx:pt idx="871">1</cx:pt>
          <cx:pt idx="872">1</cx:pt>
          <cx:pt idx="873">1</cx:pt>
          <cx:pt idx="874">1</cx:pt>
          <cx:pt idx="875">1</cx:pt>
          <cx:pt idx="876">1</cx:pt>
          <cx:pt idx="877">1</cx:pt>
          <cx:pt idx="878">1</cx:pt>
          <cx:pt idx="879">2</cx:pt>
          <cx:pt idx="880">2</cx:pt>
          <cx:pt idx="881">1</cx:pt>
          <cx:pt idx="882">1</cx:pt>
          <cx:pt idx="883">2</cx:pt>
          <cx:pt idx="884">2</cx:pt>
          <cx:pt idx="885">2</cx:pt>
          <cx:pt idx="886">2</cx:pt>
          <cx:pt idx="887">3</cx:pt>
          <cx:pt idx="888">3</cx:pt>
          <cx:pt idx="889">2</cx:pt>
          <cx:pt idx="890">3</cx:pt>
          <cx:pt idx="891">3</cx:pt>
          <cx:pt idx="892">3</cx:pt>
          <cx:pt idx="893">3</cx:pt>
          <cx:pt idx="894">3</cx:pt>
          <cx:pt idx="895">2</cx:pt>
          <cx:pt idx="896">2</cx:pt>
          <cx:pt idx="897">2</cx:pt>
          <cx:pt idx="898">1</cx:pt>
          <cx:pt idx="899">1</cx:pt>
          <cx:pt idx="900">1</cx:pt>
          <cx:pt idx="901">1</cx:pt>
          <cx:pt idx="902">1</cx:pt>
          <cx:pt idx="903">1</cx:pt>
          <cx:pt idx="904">1</cx:pt>
          <cx:pt idx="905">1</cx:pt>
          <cx:pt idx="906">1</cx:pt>
          <cx:pt idx="907">1</cx:pt>
          <cx:pt idx="908">1</cx:pt>
          <cx:pt idx="909">1</cx:pt>
          <cx:pt idx="910">1</cx:pt>
          <cx:pt idx="911">1</cx:pt>
          <cx:pt idx="912">1</cx:pt>
          <cx:pt idx="913">1</cx:pt>
          <cx:pt idx="914">1</cx:pt>
          <cx:pt idx="915">1</cx:pt>
          <cx:pt idx="916">1</cx:pt>
          <cx:pt idx="917">1</cx:pt>
          <cx:pt idx="918">1</cx:pt>
          <cx:pt idx="919">1</cx:pt>
          <cx:pt idx="920">1</cx:pt>
          <cx:pt idx="921">1</cx:pt>
          <cx:pt idx="922">1</cx:pt>
          <cx:pt idx="923">1</cx:pt>
          <cx:pt idx="924">1</cx:pt>
          <cx:pt idx="925">1</cx:pt>
          <cx:pt idx="926">1</cx:pt>
          <cx:pt idx="927">1</cx:pt>
          <cx:pt idx="928">1</cx:pt>
          <cx:pt idx="929">1</cx:pt>
          <cx:pt idx="930">1</cx:pt>
          <cx:pt idx="931">1</cx:pt>
          <cx:pt idx="932">1</cx:pt>
          <cx:pt idx="933">1</cx:pt>
          <cx:pt idx="934">1</cx:pt>
          <cx:pt idx="935">1</cx:pt>
          <cx:pt idx="936">1</cx:pt>
          <cx:pt idx="937">1</cx:pt>
          <cx:pt idx="938">1</cx:pt>
          <cx:pt idx="939">1</cx:pt>
          <cx:pt idx="940">1</cx:pt>
          <cx:pt idx="941">1</cx:pt>
          <cx:pt idx="942">1</cx:pt>
          <cx:pt idx="943">1</cx:pt>
          <cx:pt idx="944">1</cx:pt>
          <cx:pt idx="945">1</cx:pt>
          <cx:pt idx="946">1</cx:pt>
          <cx:pt idx="947">1</cx:pt>
          <cx:pt idx="948">1</cx:pt>
          <cx:pt idx="949">1</cx:pt>
          <cx:pt idx="950">1</cx:pt>
          <cx:pt idx="951">1</cx:pt>
          <cx:pt idx="952">1</cx:pt>
          <cx:pt idx="953">1</cx:pt>
          <cx:pt idx="954">1</cx:pt>
          <cx:pt idx="955">1</cx:pt>
          <cx:pt idx="956">1</cx:pt>
          <cx:pt idx="957">1</cx:pt>
          <cx:pt idx="958">1</cx:pt>
          <cx:pt idx="959">1</cx:pt>
          <cx:pt idx="960">1</cx:pt>
          <cx:pt idx="961">1</cx:pt>
          <cx:pt idx="962">1</cx:pt>
          <cx:pt idx="963">2</cx:pt>
          <cx:pt idx="964">2</cx:pt>
          <cx:pt idx="965">2</cx:pt>
          <cx:pt idx="966">2</cx:pt>
          <cx:pt idx="967">2</cx:pt>
          <cx:pt idx="968">2</cx:pt>
          <cx:pt idx="969">2</cx:pt>
          <cx:pt idx="970">1</cx:pt>
          <cx:pt idx="971">1</cx:pt>
          <cx:pt idx="972">1</cx:pt>
          <cx:pt idx="973">1</cx:pt>
          <cx:pt idx="974">2</cx:pt>
          <cx:pt idx="975">2</cx:pt>
          <cx:pt idx="976">2</cx:pt>
          <cx:pt idx="977">1</cx:pt>
          <cx:pt idx="978">1</cx:pt>
          <cx:pt idx="979">1</cx:pt>
          <cx:pt idx="980">1</cx:pt>
          <cx:pt idx="981">1</cx:pt>
          <cx:pt idx="982">1</cx:pt>
          <cx:pt idx="983">1</cx:pt>
          <cx:pt idx="984">1</cx:pt>
          <cx:pt idx="985">1</cx:pt>
          <cx:pt idx="986">1</cx:pt>
          <cx:pt idx="987">1</cx:pt>
          <cx:pt idx="988">1</cx:pt>
          <cx:pt idx="989">1</cx:pt>
          <cx:pt idx="990">1</cx:pt>
          <cx:pt idx="991">1</cx:pt>
          <cx:pt idx="992">1</cx:pt>
          <cx:pt idx="993">1</cx:pt>
          <cx:pt idx="994">1</cx:pt>
          <cx:pt idx="995">2</cx:pt>
          <cx:pt idx="996">2</cx:pt>
          <cx:pt idx="997">2</cx:pt>
          <cx:pt idx="998">1</cx:pt>
          <cx:pt idx="999">1</cx:pt>
          <cx:pt idx="1000">1</cx:pt>
        </cx:lvl>
      </cx:strDim>
      <cx:numDim type="val">
        <cx:f>Sheet1!$D$2:$D$1001</cx:f>
        <cx:lvl ptCount="1000" formatCode="General">
          <cx:pt idx="0">16</cx:pt>
          <cx:pt idx="1">40</cx:pt>
          <cx:pt idx="2">32</cx:pt>
          <cx:pt idx="3">13</cx:pt>
          <cx:pt idx="4">1</cx:pt>
          <cx:pt idx="5">1</cx:pt>
          <cx:pt idx="6">2</cx:pt>
          <cx:pt idx="7">3</cx:pt>
          <cx:pt idx="8">8</cx:pt>
          <cx:pt idx="9">14</cx:pt>
          <cx:pt idx="10">36</cx:pt>
          <cx:pt idx="11">56</cx:pt>
          <cx:pt idx="12">84</cx:pt>
          <cx:pt idx="13">94</cx:pt>
          <cx:pt idx="14">106</cx:pt>
          <cx:pt idx="15">110</cx:pt>
          <cx:pt idx="16">93</cx:pt>
          <cx:pt idx="17">67</cx:pt>
          <cx:pt idx="18">35</cx:pt>
          <cx:pt idx="19">37</cx:pt>
          <cx:pt idx="20">36</cx:pt>
          <cx:pt idx="21">34</cx:pt>
          <cx:pt idx="22">28</cx:pt>
          <cx:pt idx="23">39</cx:pt>
          <cx:pt idx="24">17</cx:pt>
          <cx:pt idx="25">17</cx:pt>
          <cx:pt idx="26">9</cx:pt>
          <cx:pt idx="27">6</cx:pt>
          <cx:pt idx="28">3</cx:pt>
          <cx:pt idx="29">2</cx:pt>
          <cx:pt idx="30">1</cx:pt>
          <cx:pt idx="31">8</cx:pt>
          <cx:pt idx="32">20</cx:pt>
          <cx:pt idx="33">53</cx:pt>
          <cx:pt idx="34">70</cx:pt>
          <cx:pt idx="35">93</cx:pt>
          <cx:pt idx="36">75</cx:pt>
          <cx:pt idx="37">59</cx:pt>
          <cx:pt idx="38">74</cx:pt>
          <cx:pt idx="39">76</cx:pt>
          <cx:pt idx="40">65</cx:pt>
          <cx:pt idx="41">53</cx:pt>
          <cx:pt idx="42">30</cx:pt>
          <cx:pt idx="43">22</cx:pt>
          <cx:pt idx="44">31</cx:pt>
          <cx:pt idx="45">9</cx:pt>
          <cx:pt idx="46">8</cx:pt>
          <cx:pt idx="47">5</cx:pt>
          <cx:pt idx="48">2</cx:pt>
          <cx:pt idx="49">1</cx:pt>
          <cx:pt idx="50">3</cx:pt>
          <cx:pt idx="51">30</cx:pt>
          <cx:pt idx="52">64</cx:pt>
          <cx:pt idx="53">154</cx:pt>
          <cx:pt idx="54">88</cx:pt>
          <cx:pt idx="55">44</cx:pt>
          <cx:pt idx="56">51</cx:pt>
          <cx:pt idx="57">61</cx:pt>
          <cx:pt idx="58">61</cx:pt>
          <cx:pt idx="59">77</cx:pt>
          <cx:pt idx="60">72</cx:pt>
          <cx:pt idx="61">76</cx:pt>
          <cx:pt idx="62">157</cx:pt>
          <cx:pt idx="63">157</cx:pt>
          <cx:pt idx="64">110</cx:pt>
          <cx:pt idx="65">52</cx:pt>
          <cx:pt idx="66">52</cx:pt>
          <cx:pt idx="67">20</cx:pt>
          <cx:pt idx="68">12</cx:pt>
          <cx:pt idx="69">5</cx:pt>
          <cx:pt idx="70">2</cx:pt>
          <cx:pt idx="71">1</cx:pt>
          <cx:pt idx="72">2</cx:pt>
          <cx:pt idx="73">4</cx:pt>
          <cx:pt idx="74">36</cx:pt>
          <cx:pt idx="75">94</cx:pt>
          <cx:pt idx="76">179</cx:pt>
          <cx:pt idx="77">100</cx:pt>
          <cx:pt idx="78">42</cx:pt>
          <cx:pt idx="79">57</cx:pt>
          <cx:pt idx="80">78</cx:pt>
          <cx:pt idx="81">97</cx:pt>
          <cx:pt idx="82">63</cx:pt>
          <cx:pt idx="83">65</cx:pt>
          <cx:pt idx="84">83</cx:pt>
          <cx:pt idx="85">212</cx:pt>
          <cx:pt idx="86">182</cx:pt>
          <cx:pt idx="87">112</cx:pt>
          <cx:pt idx="88">54</cx:pt>
          <cx:pt idx="89">48</cx:pt>
          <cx:pt idx="90">35</cx:pt>
          <cx:pt idx="91">11</cx:pt>
          <cx:pt idx="92">6</cx:pt>
          <cx:pt idx="93">6</cx:pt>
          <cx:pt idx="94">2</cx:pt>
          <cx:pt idx="95">2</cx:pt>
          <cx:pt idx="96">3</cx:pt>
          <cx:pt idx="97">33</cx:pt>
          <cx:pt idx="98">88</cx:pt>
          <cx:pt idx="99">195</cx:pt>
          <cx:pt idx="100">115</cx:pt>
          <cx:pt idx="101">57</cx:pt>
          <cx:pt idx="102">46</cx:pt>
          <cx:pt idx="103">79</cx:pt>
          <cx:pt idx="104">71</cx:pt>
          <cx:pt idx="105">62</cx:pt>
          <cx:pt idx="106">62</cx:pt>
          <cx:pt idx="107">89</cx:pt>
          <cx:pt idx="108">190</cx:pt>
          <cx:pt idx="109">169</cx:pt>
          <cx:pt idx="110">132</cx:pt>
          <cx:pt idx="111">89</cx:pt>
          <cx:pt idx="112">43</cx:pt>
          <cx:pt idx="113">42</cx:pt>
          <cx:pt idx="114">19</cx:pt>
          <cx:pt idx="115">11</cx:pt>
          <cx:pt idx="116">4</cx:pt>
          <cx:pt idx="117">2</cx:pt>
          <cx:pt idx="118">1</cx:pt>
          <cx:pt idx="119">4</cx:pt>
          <cx:pt idx="120">36</cx:pt>
          <cx:pt idx="121">95</cx:pt>
          <cx:pt idx="122">219</cx:pt>
          <cx:pt idx="123">122</cx:pt>
          <cx:pt idx="124">45</cx:pt>
          <cx:pt idx="125">59</cx:pt>
          <cx:pt idx="126">84</cx:pt>
          <cx:pt idx="127">67</cx:pt>
          <cx:pt idx="128">70</cx:pt>
          <cx:pt idx="129">62</cx:pt>
          <cx:pt idx="130">86</cx:pt>
          <cx:pt idx="131">172</cx:pt>
          <cx:pt idx="132">163</cx:pt>
          <cx:pt idx="133">112</cx:pt>
          <cx:pt idx="134">69</cx:pt>
          <cx:pt idx="135">48</cx:pt>
          <cx:pt idx="136">52</cx:pt>
          <cx:pt idx="137">23</cx:pt>
          <cx:pt idx="138">17</cx:pt>
          <cx:pt idx="139">7</cx:pt>
          <cx:pt idx="140">1</cx:pt>
          <cx:pt idx="141">1</cx:pt>
          <cx:pt idx="142">5</cx:pt>
          <cx:pt idx="143">34</cx:pt>
          <cx:pt idx="144">84</cx:pt>
          <cx:pt idx="145">210</cx:pt>
          <cx:pt idx="146">134</cx:pt>
          <cx:pt idx="147">63</cx:pt>
          <cx:pt idx="148">67</cx:pt>
          <cx:pt idx="149">59</cx:pt>
          <cx:pt idx="150">73</cx:pt>
          <cx:pt idx="151">50</cx:pt>
          <cx:pt idx="152">72</cx:pt>
          <cx:pt idx="153">87</cx:pt>
          <cx:pt idx="154">187</cx:pt>
          <cx:pt idx="155">123</cx:pt>
          <cx:pt idx="156">95</cx:pt>
          <cx:pt idx="157">51</cx:pt>
          <cx:pt idx="158">39</cx:pt>
          <cx:pt idx="159">36</cx:pt>
          <cx:pt idx="160">15</cx:pt>
          <cx:pt idx="161">25</cx:pt>
          <cx:pt idx="162">16</cx:pt>
          <cx:pt idx="163">16</cx:pt>
          <cx:pt idx="164">7</cx:pt>
          <cx:pt idx="165">1</cx:pt>
          <cx:pt idx="166">5</cx:pt>
          <cx:pt idx="167">2</cx:pt>
          <cx:pt idx="168">9</cx:pt>
          <cx:pt idx="169">15</cx:pt>
          <cx:pt idx="170">20</cx:pt>
          <cx:pt idx="171">61</cx:pt>
          <cx:pt idx="172">62</cx:pt>
          <cx:pt idx="173">98</cx:pt>
          <cx:pt idx="174">102</cx:pt>
          <cx:pt idx="175">95</cx:pt>
          <cx:pt idx="176">74</cx:pt>
          <cx:pt idx="177">76</cx:pt>
          <cx:pt idx="178">69</cx:pt>
          <cx:pt idx="179">55</cx:pt>
          <cx:pt idx="180">30</cx:pt>
          <cx:pt idx="181">28</cx:pt>
          <cx:pt idx="182">37</cx:pt>
          <cx:pt idx="183">34</cx:pt>
          <cx:pt idx="184">22</cx:pt>
          <cx:pt idx="185">25</cx:pt>
          <cx:pt idx="186">12</cx:pt>
          <cx:pt idx="187">11</cx:pt>
          <cx:pt idx="188">4</cx:pt>
          <cx:pt idx="189">1</cx:pt>
          <cx:pt idx="190">1</cx:pt>
          <cx:pt idx="191">1</cx:pt>
          <cx:pt idx="192">6</cx:pt>
          <cx:pt idx="193">10</cx:pt>
          <cx:pt idx="194">19</cx:pt>
          <cx:pt idx="195">49</cx:pt>
          <cx:pt idx="196">49</cx:pt>
          <cx:pt idx="197">83</cx:pt>
          <cx:pt idx="198">75</cx:pt>
          <cx:pt idx="199">72</cx:pt>
          <cx:pt idx="200">82</cx:pt>
          <cx:pt idx="201">92</cx:pt>
          <cx:pt idx="202">62</cx:pt>
          <cx:pt idx="203">48</cx:pt>
          <cx:pt idx="204">41</cx:pt>
          <cx:pt idx="205">38</cx:pt>
          <cx:pt idx="206">20</cx:pt>
          <cx:pt idx="207">15</cx:pt>
          <cx:pt idx="208">6</cx:pt>
          <cx:pt idx="209">5</cx:pt>
          <cx:pt idx="210">1</cx:pt>
          <cx:pt idx="211">3</cx:pt>
          <cx:pt idx="212">1</cx:pt>
          <cx:pt idx="213">3</cx:pt>
          <cx:pt idx="214">3</cx:pt>
          <cx:pt idx="215">31</cx:pt>
          <cx:pt idx="216">77</cx:pt>
          <cx:pt idx="217">188</cx:pt>
          <cx:pt idx="218">94</cx:pt>
          <cx:pt idx="219">31</cx:pt>
          <cx:pt idx="220">30</cx:pt>
          <cx:pt idx="221">52</cx:pt>
          <cx:pt idx="222">54</cx:pt>
          <cx:pt idx="223">47</cx:pt>
          <cx:pt idx="224">45</cx:pt>
          <cx:pt idx="225">74</cx:pt>
          <cx:pt idx="226">178</cx:pt>
          <cx:pt idx="227">155</cx:pt>
          <cx:pt idx="228">95</cx:pt>
          <cx:pt idx="229">74</cx:pt>
          <cx:pt idx="230">38</cx:pt>
          <cx:pt idx="231">24</cx:pt>
          <cx:pt idx="232">18</cx:pt>
          <cx:pt idx="233">12</cx:pt>
          <cx:pt idx="234">3</cx:pt>
          <cx:pt idx="235">3</cx:pt>
          <cx:pt idx="236">6</cx:pt>
          <cx:pt idx="237">27</cx:pt>
          <cx:pt idx="238">99</cx:pt>
          <cx:pt idx="239">217</cx:pt>
          <cx:pt idx="240">130</cx:pt>
          <cx:pt idx="241">54</cx:pt>
          <cx:pt idx="242">35</cx:pt>
          <cx:pt idx="243">57</cx:pt>
          <cx:pt idx="244">52</cx:pt>
          <cx:pt idx="245">63</cx:pt>
          <cx:pt idx="246">47</cx:pt>
          <cx:pt idx="247">76</cx:pt>
          <cx:pt idx="248">136</cx:pt>
          <cx:pt idx="249">95</cx:pt>
          <cx:pt idx="250">51</cx:pt>
          <cx:pt idx="251">32</cx:pt>
          <cx:pt idx="252">20</cx:pt>
          <cx:pt idx="253">29</cx:pt>
          <cx:pt idx="254">19</cx:pt>
          <cx:pt idx="255">7</cx:pt>
          <cx:pt idx="256">6</cx:pt>
          <cx:pt idx="257">1</cx:pt>
          <cx:pt idx="258">5</cx:pt>
          <cx:pt idx="259">16</cx:pt>
          <cx:pt idx="260">54</cx:pt>
          <cx:pt idx="261">128</cx:pt>
          <cx:pt idx="262">81</cx:pt>
          <cx:pt idx="263">39</cx:pt>
          <cx:pt idx="264">35</cx:pt>
          <cx:pt idx="265">55</cx:pt>
          <cx:pt idx="266">49</cx:pt>
          <cx:pt idx="267">44</cx:pt>
          <cx:pt idx="268">49</cx:pt>
          <cx:pt idx="269">68</cx:pt>
          <cx:pt idx="270">139</cx:pt>
          <cx:pt idx="271">137</cx:pt>
          <cx:pt idx="272">83</cx:pt>
          <cx:pt idx="273">56</cx:pt>
          <cx:pt idx="274">57</cx:pt>
          <cx:pt idx="275">33</cx:pt>
          <cx:pt idx="276">20</cx:pt>
          <cx:pt idx="277">7</cx:pt>
          <cx:pt idx="278">2</cx:pt>
          <cx:pt idx="279">2</cx:pt>
          <cx:pt idx="280">3</cx:pt>
          <cx:pt idx="281">4</cx:pt>
          <cx:pt idx="282">3</cx:pt>
          <cx:pt idx="283">28</cx:pt>
          <cx:pt idx="284">72</cx:pt>
          <cx:pt idx="285">202</cx:pt>
          <cx:pt idx="286">139</cx:pt>
          <cx:pt idx="287">38</cx:pt>
          <cx:pt idx="288">37</cx:pt>
          <cx:pt idx="289">52</cx:pt>
          <cx:pt idx="290">83</cx:pt>
          <cx:pt idx="291">42</cx:pt>
          <cx:pt idx="292">60</cx:pt>
          <cx:pt idx="293">78</cx:pt>
          <cx:pt idx="294">162</cx:pt>
          <cx:pt idx="295">144</cx:pt>
          <cx:pt idx="296">99</cx:pt>
          <cx:pt idx="297">64</cx:pt>
          <cx:pt idx="298">40</cx:pt>
          <cx:pt idx="299">30</cx:pt>
          <cx:pt idx="300">15</cx:pt>
          <cx:pt idx="301">14</cx:pt>
          <cx:pt idx="302">5</cx:pt>
          <cx:pt idx="303">1</cx:pt>
          <cx:pt idx="304">1</cx:pt>
          <cx:pt idx="305">8</cx:pt>
          <cx:pt idx="306">17</cx:pt>
          <cx:pt idx="307">70</cx:pt>
          <cx:pt idx="308">158</cx:pt>
          <cx:pt idx="309">117</cx:pt>
          <cx:pt idx="310">44</cx:pt>
          <cx:pt idx="311">53</cx:pt>
          <cx:pt idx="312">61</cx:pt>
          <cx:pt idx="313">77</cx:pt>
          <cx:pt idx="314">64</cx:pt>
          <cx:pt idx="315">68</cx:pt>
          <cx:pt idx="316">90</cx:pt>
          <cx:pt idx="317">159</cx:pt>
          <cx:pt idx="318">139</cx:pt>
          <cx:pt idx="319">92</cx:pt>
          <cx:pt idx="320">68</cx:pt>
          <cx:pt idx="321">52</cx:pt>
          <cx:pt idx="322">36</cx:pt>
          <cx:pt idx="323">27</cx:pt>
          <cx:pt idx="324">28</cx:pt>
          <cx:pt idx="325">20</cx:pt>
          <cx:pt idx="326">12</cx:pt>
          <cx:pt idx="327">8</cx:pt>
          <cx:pt idx="328">5</cx:pt>
          <cx:pt idx="329">1</cx:pt>
          <cx:pt idx="330">3</cx:pt>
          <cx:pt idx="331">10</cx:pt>
          <cx:pt idx="332">23</cx:pt>
          <cx:pt idx="333">33</cx:pt>
          <cx:pt idx="334">59</cx:pt>
          <cx:pt idx="335">72</cx:pt>
          <cx:pt idx="336">89</cx:pt>
          <cx:pt idx="337">101</cx:pt>
          <cx:pt idx="338">118</cx:pt>
          <cx:pt idx="339">129</cx:pt>
          <cx:pt idx="340">128</cx:pt>
          <cx:pt idx="341">83</cx:pt>
          <cx:pt idx="342">84</cx:pt>
          <cx:pt idx="343">74</cx:pt>
          <cx:pt idx="344">41</cx:pt>
          <cx:pt idx="345">57</cx:pt>
          <cx:pt idx="346">26</cx:pt>
          <cx:pt idx="347">44</cx:pt>
          <cx:pt idx="348">39</cx:pt>
          <cx:pt idx="349">23</cx:pt>
          <cx:pt idx="350">16</cx:pt>
          <cx:pt idx="351">15</cx:pt>
          <cx:pt idx="352">1</cx:pt>
          <cx:pt idx="353">2</cx:pt>
          <cx:pt idx="354">1</cx:pt>
          <cx:pt idx="355">3</cx:pt>
          <cx:pt idx="356">18</cx:pt>
          <cx:pt idx="357">32</cx:pt>
          <cx:pt idx="358">79</cx:pt>
          <cx:pt idx="359">93</cx:pt>
          <cx:pt idx="360">104</cx:pt>
          <cx:pt idx="361">118</cx:pt>
          <cx:pt idx="362">91</cx:pt>
          <cx:pt idx="363">113</cx:pt>
          <cx:pt idx="364">99</cx:pt>
          <cx:pt idx="365">105</cx:pt>
          <cx:pt idx="366">67</cx:pt>
          <cx:pt idx="367">61</cx:pt>
          <cx:pt idx="368">57</cx:pt>
          <cx:pt idx="369">28</cx:pt>
          <cx:pt idx="370">21</cx:pt>
          <cx:pt idx="371">18</cx:pt>
          <cx:pt idx="372">17</cx:pt>
          <cx:pt idx="373">16</cx:pt>
          <cx:pt idx="374">8</cx:pt>
          <cx:pt idx="375">2</cx:pt>
          <cx:pt idx="376">3</cx:pt>
          <cx:pt idx="377">1</cx:pt>
          <cx:pt idx="378">5</cx:pt>
          <cx:pt idx="379">13</cx:pt>
          <cx:pt idx="380">33</cx:pt>
          <cx:pt idx="381">47</cx:pt>
          <cx:pt idx="382">57</cx:pt>
          <cx:pt idx="383">64</cx:pt>
          <cx:pt idx="384">80</cx:pt>
          <cx:pt idx="385">93</cx:pt>
          <cx:pt idx="386">86</cx:pt>
          <cx:pt idx="387">93</cx:pt>
          <cx:pt idx="388">82</cx:pt>
          <cx:pt idx="389">71</cx:pt>
          <cx:pt idx="390">92</cx:pt>
          <cx:pt idx="391">60</cx:pt>
          <cx:pt idx="392">33</cx:pt>
          <cx:pt idx="393">27</cx:pt>
          <cx:pt idx="394">13</cx:pt>
          <cx:pt idx="395">4</cx:pt>
          <cx:pt idx="396">3</cx:pt>
          <cx:pt idx="397">22</cx:pt>
          <cx:pt idx="398">28</cx:pt>
          <cx:pt idx="399">35</cx:pt>
          <cx:pt idx="400">61</cx:pt>
          <cx:pt idx="401">125</cx:pt>
          <cx:pt idx="402">133</cx:pt>
          <cx:pt idx="403">99</cx:pt>
          <cx:pt idx="404">83</cx:pt>
          <cx:pt idx="405">41</cx:pt>
          <cx:pt idx="406">33</cx:pt>
          <cx:pt idx="407">20</cx:pt>
          <cx:pt idx="408">3</cx:pt>
          <cx:pt idx="409">7</cx:pt>
          <cx:pt idx="410">3</cx:pt>
          <cx:pt idx="411">2</cx:pt>
          <cx:pt idx="412">7</cx:pt>
          <cx:pt idx="413">32</cx:pt>
          <cx:pt idx="414">90</cx:pt>
          <cx:pt idx="415">197</cx:pt>
          <cx:pt idx="416">109</cx:pt>
          <cx:pt idx="417">47</cx:pt>
          <cx:pt idx="418">52</cx:pt>
          <cx:pt idx="419">70</cx:pt>
          <cx:pt idx="420">78</cx:pt>
          <cx:pt idx="421">75</cx:pt>
          <cx:pt idx="422">82</cx:pt>
          <cx:pt idx="423">104</cx:pt>
          <cx:pt idx="424">197</cx:pt>
          <cx:pt idx="425">161</cx:pt>
          <cx:pt idx="426">112</cx:pt>
          <cx:pt idx="427">76</cx:pt>
          <cx:pt idx="428">59</cx:pt>
          <cx:pt idx="429">59</cx:pt>
          <cx:pt idx="430">28</cx:pt>
          <cx:pt idx="431">13</cx:pt>
          <cx:pt idx="432">5</cx:pt>
          <cx:pt idx="433">2</cx:pt>
          <cx:pt idx="434">1</cx:pt>
          <cx:pt idx="435">1</cx:pt>
          <cx:pt idx="436">6</cx:pt>
          <cx:pt idx="437">35</cx:pt>
          <cx:pt idx="438">101</cx:pt>
          <cx:pt idx="439">249</cx:pt>
          <cx:pt idx="440">143</cx:pt>
          <cx:pt idx="441">57</cx:pt>
          <cx:pt idx="442">68</cx:pt>
          <cx:pt idx="443">84</cx:pt>
          <cx:pt idx="444">98</cx:pt>
          <cx:pt idx="445">81</cx:pt>
          <cx:pt idx="446">70</cx:pt>
          <cx:pt idx="447">91</cx:pt>
          <cx:pt idx="448">215</cx:pt>
          <cx:pt idx="449">185</cx:pt>
          <cx:pt idx="450">152</cx:pt>
          <cx:pt idx="451">126</cx:pt>
          <cx:pt idx="452">57</cx:pt>
          <cx:pt idx="453">56</cx:pt>
          <cx:pt idx="454">31</cx:pt>
          <cx:pt idx="455">21</cx:pt>
          <cx:pt idx="456">6</cx:pt>
          <cx:pt idx="457">2</cx:pt>
          <cx:pt idx="458">1</cx:pt>
          <cx:pt idx="459">1</cx:pt>
          <cx:pt idx="460">5</cx:pt>
          <cx:pt idx="461">27</cx:pt>
          <cx:pt idx="462">68</cx:pt>
          <cx:pt idx="463">217</cx:pt>
          <cx:pt idx="464">166</cx:pt>
          <cx:pt idx="465">63</cx:pt>
          <cx:pt idx="466">59</cx:pt>
          <cx:pt idx="467">78</cx:pt>
          <cx:pt idx="468">73</cx:pt>
          <cx:pt idx="469">62</cx:pt>
          <cx:pt idx="470">65</cx:pt>
          <cx:pt idx="471">97</cx:pt>
          <cx:pt idx="472">161</cx:pt>
          <cx:pt idx="473">120</cx:pt>
          <cx:pt idx="474">96</cx:pt>
          <cx:pt idx="475">53</cx:pt>
          <cx:pt idx="476">41</cx:pt>
          <cx:pt idx="477">34</cx:pt>
          <cx:pt idx="478">27</cx:pt>
          <cx:pt idx="479">13</cx:pt>
          <cx:pt idx="480">12</cx:pt>
          <cx:pt idx="481">11</cx:pt>
          <cx:pt idx="482">7</cx:pt>
          <cx:pt idx="483">3</cx:pt>
          <cx:pt idx="484">2</cx:pt>
          <cx:pt idx="485">8</cx:pt>
          <cx:pt idx="486">27</cx:pt>
          <cx:pt idx="487">40</cx:pt>
          <cx:pt idx="488">53</cx:pt>
          <cx:pt idx="489">63</cx:pt>
          <cx:pt idx="490">70</cx:pt>
          <cx:pt idx="491">84</cx:pt>
          <cx:pt idx="492">75</cx:pt>
          <cx:pt idx="493">103</cx:pt>
          <cx:pt idx="494">83</cx:pt>
          <cx:pt idx="495">67</cx:pt>
          <cx:pt idx="496">54</cx:pt>
          <cx:pt idx="497">59</cx:pt>
          <cx:pt idx="498">45</cx:pt>
          <cx:pt idx="499">39</cx:pt>
          <cx:pt idx="500">30</cx:pt>
          <cx:pt idx="501">33</cx:pt>
          <cx:pt idx="502">22</cx:pt>
          <cx:pt idx="503">13</cx:pt>
          <cx:pt idx="504">18</cx:pt>
          <cx:pt idx="505">5</cx:pt>
          <cx:pt idx="506">3</cx:pt>
          <cx:pt idx="507">1</cx:pt>
          <cx:pt idx="508">2</cx:pt>
          <cx:pt idx="509">19</cx:pt>
          <cx:pt idx="510">28</cx:pt>
          <cx:pt idx="511">58</cx:pt>
          <cx:pt idx="512">99</cx:pt>
          <cx:pt idx="513">116</cx:pt>
          <cx:pt idx="514">87</cx:pt>
          <cx:pt idx="515">110</cx:pt>
          <cx:pt idx="516">77</cx:pt>
          <cx:pt idx="517">65</cx:pt>
          <cx:pt idx="518">55</cx:pt>
          <cx:pt idx="519">49</cx:pt>
          <cx:pt idx="520">50</cx:pt>
          <cx:pt idx="521">35</cx:pt>
          <cx:pt idx="522">25</cx:pt>
          <cx:pt idx="523">28</cx:pt>
          <cx:pt idx="524">21</cx:pt>
          <cx:pt idx="525">7</cx:pt>
          <cx:pt idx="526">1</cx:pt>
          <cx:pt idx="527">1</cx:pt>
          <cx:pt idx="528">1</cx:pt>
          <cx:pt idx="529">5</cx:pt>
          <cx:pt idx="530">15</cx:pt>
          <cx:pt idx="531">84</cx:pt>
          <cx:pt idx="532">177</cx:pt>
          <cx:pt idx="533">102</cx:pt>
          <cx:pt idx="534">40</cx:pt>
          <cx:pt idx="535">46</cx:pt>
          <cx:pt idx="536">63</cx:pt>
          <cx:pt idx="537">60</cx:pt>
          <cx:pt idx="538">45</cx:pt>
          <cx:pt idx="539">57</cx:pt>
          <cx:pt idx="540">70</cx:pt>
          <cx:pt idx="541">184</cx:pt>
          <cx:pt idx="542">153</cx:pt>
          <cx:pt idx="543">106</cx:pt>
          <cx:pt idx="544">81</cx:pt>
          <cx:pt idx="545">59</cx:pt>
          <cx:pt idx="546">35</cx:pt>
          <cx:pt idx="547">24</cx:pt>
          <cx:pt idx="548">9</cx:pt>
          <cx:pt idx="549">5</cx:pt>
          <cx:pt idx="550">2</cx:pt>
          <cx:pt idx="551">1</cx:pt>
          <cx:pt idx="552">9</cx:pt>
          <cx:pt idx="553">36</cx:pt>
          <cx:pt idx="554">108</cx:pt>
          <cx:pt idx="555">238</cx:pt>
          <cx:pt idx="556">144</cx:pt>
          <cx:pt idx="557">55</cx:pt>
          <cx:pt idx="558">61</cx:pt>
          <cx:pt idx="559">106</cx:pt>
          <cx:pt idx="560">93</cx:pt>
          <cx:pt idx="561">68</cx:pt>
          <cx:pt idx="562">84</cx:pt>
          <cx:pt idx="563">116</cx:pt>
          <cx:pt idx="564">222</cx:pt>
          <cx:pt idx="565">225</cx:pt>
          <cx:pt idx="566">146</cx:pt>
          <cx:pt idx="567">119</cx:pt>
          <cx:pt idx="568">45</cx:pt>
          <cx:pt idx="569">53</cx:pt>
          <cx:pt idx="570">40</cx:pt>
          <cx:pt idx="571">17</cx:pt>
          <cx:pt idx="572">5</cx:pt>
          <cx:pt idx="573">10</cx:pt>
          <cx:pt idx="574">1</cx:pt>
          <cx:pt idx="575">8</cx:pt>
          <cx:pt idx="576">30</cx:pt>
          <cx:pt idx="577">72</cx:pt>
          <cx:pt idx="578">58</cx:pt>
          <cx:pt idx="579">28</cx:pt>
          <cx:pt idx="580">41</cx:pt>
          <cx:pt idx="581">48</cx:pt>
          <cx:pt idx="582">47</cx:pt>
          <cx:pt idx="583">36</cx:pt>
          <cx:pt idx="584">43</cx:pt>
          <cx:pt idx="585">36</cx:pt>
          <cx:pt idx="586">26</cx:pt>
          <cx:pt idx="587">24</cx:pt>
          <cx:pt idx="588">84</cx:pt>
          <cx:pt idx="589">104</cx:pt>
          <cx:pt idx="590">79</cx:pt>
          <cx:pt idx="591">59</cx:pt>
          <cx:pt idx="592">38</cx:pt>
          <cx:pt idx="593">27</cx:pt>
          <cx:pt idx="594">16</cx:pt>
          <cx:pt idx="595">9</cx:pt>
          <cx:pt idx="596">3</cx:pt>
          <cx:pt idx="597">2</cx:pt>
          <cx:pt idx="598">1</cx:pt>
          <cx:pt idx="599">4</cx:pt>
          <cx:pt idx="600">16</cx:pt>
          <cx:pt idx="601">60</cx:pt>
          <cx:pt idx="602">157</cx:pt>
          <cx:pt idx="603">101</cx:pt>
          <cx:pt idx="604">49</cx:pt>
          <cx:pt idx="605">30</cx:pt>
          <cx:pt idx="606">29</cx:pt>
          <cx:pt idx="607">31</cx:pt>
          <cx:pt idx="608">38</cx:pt>
          <cx:pt idx="609">41</cx:pt>
          <cx:pt idx="610">20</cx:pt>
          <cx:pt idx="611">15</cx:pt>
          <cx:pt idx="612">8</cx:pt>
          <cx:pt idx="613">3</cx:pt>
          <cx:pt idx="614">2</cx:pt>
          <cx:pt idx="615">5</cx:pt>
          <cx:pt idx="616">34</cx:pt>
          <cx:pt idx="617">34</cx:pt>
          <cx:pt idx="618">55</cx:pt>
          <cx:pt idx="619">64</cx:pt>
          <cx:pt idx="620">78</cx:pt>
          <cx:pt idx="621">65</cx:pt>
          <cx:pt idx="622">99</cx:pt>
          <cx:pt idx="623">120</cx:pt>
          <cx:pt idx="624">107</cx:pt>
          <cx:pt idx="625">91</cx:pt>
          <cx:pt idx="626">68</cx:pt>
          <cx:pt idx="627">58</cx:pt>
          <cx:pt idx="628">43</cx:pt>
          <cx:pt idx="629">36</cx:pt>
          <cx:pt idx="630">32</cx:pt>
          <cx:pt idx="631">33</cx:pt>
          <cx:pt idx="632">33</cx:pt>
          <cx:pt idx="633">29</cx:pt>
          <cx:pt idx="634">11</cx:pt>
          <cx:pt idx="635">8</cx:pt>
          <cx:pt idx="636">1</cx:pt>
          <cx:pt idx="637">3</cx:pt>
          <cx:pt idx="638">3</cx:pt>
          <cx:pt idx="639">12</cx:pt>
          <cx:pt idx="640">38</cx:pt>
          <cx:pt idx="641">64</cx:pt>
          <cx:pt idx="642">59</cx:pt>
          <cx:pt idx="643">97</cx:pt>
          <cx:pt idx="644">84</cx:pt>
          <cx:pt idx="645">122</cx:pt>
          <cx:pt idx="646">109</cx:pt>
          <cx:pt idx="647">123</cx:pt>
          <cx:pt idx="648">77</cx:pt>
          <cx:pt idx="649">65</cx:pt>
          <cx:pt idx="650">55</cx:pt>
          <cx:pt idx="651">33</cx:pt>
          <cx:pt idx="652">28</cx:pt>
          <cx:pt idx="653">21</cx:pt>
          <cx:pt idx="654">21</cx:pt>
          <cx:pt idx="655">7</cx:pt>
          <cx:pt idx="656">7</cx:pt>
          <cx:pt idx="657">1</cx:pt>
          <cx:pt idx="658">2</cx:pt>
          <cx:pt idx="659">2</cx:pt>
          <cx:pt idx="660">8</cx:pt>
          <cx:pt idx="661">37</cx:pt>
          <cx:pt idx="662">72</cx:pt>
          <cx:pt idx="663">185</cx:pt>
          <cx:pt idx="664">112</cx:pt>
          <cx:pt idx="665">69</cx:pt>
          <cx:pt idx="666">48</cx:pt>
          <cx:pt idx="667">68</cx:pt>
          <cx:pt idx="668">54</cx:pt>
          <cx:pt idx="669">86</cx:pt>
          <cx:pt idx="670">44</cx:pt>
          <cx:pt idx="671">86</cx:pt>
          <cx:pt idx="672">161</cx:pt>
          <cx:pt idx="673">156</cx:pt>
          <cx:pt idx="674">111</cx:pt>
          <cx:pt idx="675">78</cx:pt>
          <cx:pt idx="676">56</cx:pt>
          <cx:pt idx="677">34</cx:pt>
          <cx:pt idx="678">17</cx:pt>
          <cx:pt idx="679">8</cx:pt>
          <cx:pt idx="680">3</cx:pt>
          <cx:pt idx="681">2</cx:pt>
          <cx:pt idx="682">2</cx:pt>
          <cx:pt idx="683">3</cx:pt>
          <cx:pt idx="684">22</cx:pt>
          <cx:pt idx="685">52</cx:pt>
          <cx:pt idx="686">135</cx:pt>
          <cx:pt idx="687">116</cx:pt>
          <cx:pt idx="688">47</cx:pt>
          <cx:pt idx="689">51</cx:pt>
          <cx:pt idx="690">55</cx:pt>
          <cx:pt idx="691">52</cx:pt>
          <cx:pt idx="692">54</cx:pt>
          <cx:pt idx="693">52</cx:pt>
          <cx:pt idx="694">64</cx:pt>
          <cx:pt idx="695">176</cx:pt>
          <cx:pt idx="696">168</cx:pt>
          <cx:pt idx="697">108</cx:pt>
          <cx:pt idx="698">74</cx:pt>
          <cx:pt idx="699">64</cx:pt>
          <cx:pt idx="700">36</cx:pt>
          <cx:pt idx="701">16</cx:pt>
          <cx:pt idx="702">2</cx:pt>
          <cx:pt idx="703">3</cx:pt>
          <cx:pt idx="704">4</cx:pt>
          <cx:pt idx="705">1</cx:pt>
          <cx:pt idx="706">1</cx:pt>
          <cx:pt idx="707">3</cx:pt>
          <cx:pt idx="708">18</cx:pt>
          <cx:pt idx="709">49</cx:pt>
          <cx:pt idx="710">155</cx:pt>
          <cx:pt idx="711">123</cx:pt>
          <cx:pt idx="712">61</cx:pt>
          <cx:pt idx="713">52</cx:pt>
          <cx:pt idx="714">64</cx:pt>
          <cx:pt idx="715">75</cx:pt>
          <cx:pt idx="716">63</cx:pt>
          <cx:pt idx="717">76</cx:pt>
          <cx:pt idx="718">103</cx:pt>
          <cx:pt idx="719">190</cx:pt>
          <cx:pt idx="720">182</cx:pt>
          <cx:pt idx="721">91</cx:pt>
          <cx:pt idx="722">75</cx:pt>
          <cx:pt idx="723">63</cx:pt>
          <cx:pt idx="724">40</cx:pt>
          <cx:pt idx="725">32</cx:pt>
          <cx:pt idx="726">12</cx:pt>
          <cx:pt idx="727">5</cx:pt>
          <cx:pt idx="728">2</cx:pt>
          <cx:pt idx="729">1</cx:pt>
          <cx:pt idx="730">2</cx:pt>
          <cx:pt idx="731">39</cx:pt>
          <cx:pt idx="732">87</cx:pt>
          <cx:pt idx="733">188</cx:pt>
          <cx:pt idx="734">133</cx:pt>
          <cx:pt idx="735">52</cx:pt>
          <cx:pt idx="736">64</cx:pt>
          <cx:pt idx="737">69</cx:pt>
          <cx:pt idx="738">51</cx:pt>
          <cx:pt idx="739">47</cx:pt>
          <cx:pt idx="740">60</cx:pt>
          <cx:pt idx="741">78</cx:pt>
          <cx:pt idx="742">175</cx:pt>
          <cx:pt idx="743">147</cx:pt>
          <cx:pt idx="744">96</cx:pt>
          <cx:pt idx="745">109</cx:pt>
          <cx:pt idx="746">54</cx:pt>
          <cx:pt idx="747">41</cx:pt>
          <cx:pt idx="748">38</cx:pt>
          <cx:pt idx="749">13</cx:pt>
          <cx:pt idx="750">7</cx:pt>
          <cx:pt idx="751">1</cx:pt>
          <cx:pt idx="752">1</cx:pt>
          <cx:pt idx="753">7</cx:pt>
          <cx:pt idx="754">28</cx:pt>
          <cx:pt idx="755">87</cx:pt>
          <cx:pt idx="756">220</cx:pt>
          <cx:pt idx="757">127</cx:pt>
          <cx:pt idx="758">51</cx:pt>
          <cx:pt idx="759">64</cx:pt>
          <cx:pt idx="760">86</cx:pt>
          <cx:pt idx="761">82</cx:pt>
          <cx:pt idx="762">91</cx:pt>
          <cx:pt idx="763">90</cx:pt>
          <cx:pt idx="764">99</cx:pt>
          <cx:pt idx="765">205</cx:pt>
          <cx:pt idx="766">155</cx:pt>
          <cx:pt idx="767">103</cx:pt>
          <cx:pt idx="768">71</cx:pt>
          <cx:pt idx="769">43</cx:pt>
          <cx:pt idx="770">46</cx:pt>
          <cx:pt idx="771">31</cx:pt>
          <cx:pt idx="772">39</cx:pt>
          <cx:pt idx="773">18</cx:pt>
          <cx:pt idx="774">17</cx:pt>
          <cx:pt idx="775">11</cx:pt>
          <cx:pt idx="776">8</cx:pt>
          <cx:pt idx="777">9</cx:pt>
          <cx:pt idx="778">4</cx:pt>
          <cx:pt idx="779">4</cx:pt>
          <cx:pt idx="780">10</cx:pt>
          <cx:pt idx="781">20</cx:pt>
          <cx:pt idx="782">34</cx:pt>
          <cx:pt idx="783">47</cx:pt>
          <cx:pt idx="784">52</cx:pt>
          <cx:pt idx="785">72</cx:pt>
          <cx:pt idx="786">55</cx:pt>
          <cx:pt idx="787">60</cx:pt>
          <cx:pt idx="788">71</cx:pt>
          <cx:pt idx="789">78</cx:pt>
          <cx:pt idx="790">83</cx:pt>
          <cx:pt idx="791">84</cx:pt>
          <cx:pt idx="792">69</cx:pt>
          <cx:pt idx="793">56</cx:pt>
          <cx:pt idx="794">45</cx:pt>
          <cx:pt idx="795">59</cx:pt>
          <cx:pt idx="796">39</cx:pt>
          <cx:pt idx="797">44</cx:pt>
          <cx:pt idx="798">20</cx:pt>
          <cx:pt idx="799">13</cx:pt>
          <cx:pt idx="800">2</cx:pt>
          <cx:pt idx="801">1</cx:pt>
          <cx:pt idx="802">1</cx:pt>
          <cx:pt idx="803">8</cx:pt>
          <cx:pt idx="804">23</cx:pt>
          <cx:pt idx="805">45</cx:pt>
          <cx:pt idx="806">89</cx:pt>
          <cx:pt idx="807">117</cx:pt>
          <cx:pt idx="808">174</cx:pt>
          <cx:pt idx="809">182</cx:pt>
          <cx:pt idx="810">161</cx:pt>
          <cx:pt idx="811">182</cx:pt>
          <cx:pt idx="812">157</cx:pt>
          <cx:pt idx="813">121</cx:pt>
          <cx:pt idx="814">78</cx:pt>
          <cx:pt idx="815">21</cx:pt>
          <cx:pt idx="816">26</cx:pt>
          <cx:pt idx="817">27</cx:pt>
          <cx:pt idx="818">62</cx:pt>
          <cx:pt idx="819">30</cx:pt>
          <cx:pt idx="820">15</cx:pt>
          <cx:pt idx="821">5</cx:pt>
          <cx:pt idx="822">3</cx:pt>
          <cx:pt idx="823">1</cx:pt>
          <cx:pt idx="824">2</cx:pt>
          <cx:pt idx="825">10</cx:pt>
          <cx:pt idx="826">30</cx:pt>
          <cx:pt idx="827">95</cx:pt>
          <cx:pt idx="828">230</cx:pt>
          <cx:pt idx="829">118</cx:pt>
          <cx:pt idx="830">55</cx:pt>
          <cx:pt idx="831">47</cx:pt>
          <cx:pt idx="832">66</cx:pt>
          <cx:pt idx="833">64</cx:pt>
          <cx:pt idx="834">60</cx:pt>
          <cx:pt idx="835">50</cx:pt>
          <cx:pt idx="836">114</cx:pt>
          <cx:pt idx="837">216</cx:pt>
          <cx:pt idx="838">175</cx:pt>
          <cx:pt idx="839">128</cx:pt>
          <cx:pt idx="840">88</cx:pt>
          <cx:pt idx="841">78</cx:pt>
          <cx:pt idx="842">37</cx:pt>
          <cx:pt idx="843">25</cx:pt>
          <cx:pt idx="844">10</cx:pt>
          <cx:pt idx="845">4</cx:pt>
          <cx:pt idx="846">2</cx:pt>
          <cx:pt idx="847">1</cx:pt>
          <cx:pt idx="848">3</cx:pt>
          <cx:pt idx="849">2</cx:pt>
          <cx:pt idx="850">39</cx:pt>
          <cx:pt idx="851">100</cx:pt>
          <cx:pt idx="852">243</cx:pt>
          <cx:pt idx="853">135</cx:pt>
          <cx:pt idx="854">48</cx:pt>
          <cx:pt idx="855">50</cx:pt>
          <cx:pt idx="856">65</cx:pt>
          <cx:pt idx="857">50</cx:pt>
          <cx:pt idx="858">64</cx:pt>
          <cx:pt idx="859">51</cx:pt>
          <cx:pt idx="860">83</cx:pt>
          <cx:pt idx="861">176</cx:pt>
          <cx:pt idx="862">152</cx:pt>
          <cx:pt idx="863">101</cx:pt>
          <cx:pt idx="864">56</cx:pt>
          <cx:pt idx="865">54</cx:pt>
          <cx:pt idx="866">29</cx:pt>
          <cx:pt idx="867">12</cx:pt>
          <cx:pt idx="868">17</cx:pt>
          <cx:pt idx="869">7</cx:pt>
          <cx:pt idx="870">3</cx:pt>
          <cx:pt idx="871">2</cx:pt>
          <cx:pt idx="872">7</cx:pt>
          <cx:pt idx="873">43</cx:pt>
          <cx:pt idx="874">99</cx:pt>
          <cx:pt idx="875">199</cx:pt>
          <cx:pt idx="876">123</cx:pt>
          <cx:pt idx="877">59</cx:pt>
          <cx:pt idx="878">41</cx:pt>
          <cx:pt idx="879">61</cx:pt>
          <cx:pt idx="880">69</cx:pt>
          <cx:pt idx="881">58</cx:pt>
          <cx:pt idx="882">64</cx:pt>
          <cx:pt idx="883">79</cx:pt>
          <cx:pt idx="884">166</cx:pt>
          <cx:pt idx="885">170</cx:pt>
          <cx:pt idx="886">88</cx:pt>
          <cx:pt idx="887">84</cx:pt>
          <cx:pt idx="888">83</cx:pt>
          <cx:pt idx="889">46</cx:pt>
          <cx:pt idx="890">37</cx:pt>
          <cx:pt idx="891">16</cx:pt>
          <cx:pt idx="892">7</cx:pt>
          <cx:pt idx="893">3</cx:pt>
          <cx:pt idx="894">1</cx:pt>
          <cx:pt idx="895">6</cx:pt>
          <cx:pt idx="896">26</cx:pt>
          <cx:pt idx="897">99</cx:pt>
          <cx:pt idx="898">178</cx:pt>
          <cx:pt idx="899">122</cx:pt>
          <cx:pt idx="900">35</cx:pt>
          <cx:pt idx="901">45</cx:pt>
          <cx:pt idx="902">69</cx:pt>
          <cx:pt idx="903">62</cx:pt>
          <cx:pt idx="904">48</cx:pt>
          <cx:pt idx="905">50</cx:pt>
          <cx:pt idx="906">80</cx:pt>
          <cx:pt idx="907">165</cx:pt>
          <cx:pt idx="908">160</cx:pt>
          <cx:pt idx="909">112</cx:pt>
          <cx:pt idx="910">97</cx:pt>
          <cx:pt idx="911">72</cx:pt>
          <cx:pt idx="912">51</cx:pt>
          <cx:pt idx="913">34</cx:pt>
          <cx:pt idx="914">14</cx:pt>
          <cx:pt idx="915">7</cx:pt>
          <cx:pt idx="916">3</cx:pt>
          <cx:pt idx="917">4</cx:pt>
          <cx:pt idx="918">24</cx:pt>
          <cx:pt idx="919">74</cx:pt>
          <cx:pt idx="920">216</cx:pt>
          <cx:pt idx="921">140</cx:pt>
          <cx:pt idx="922">44</cx:pt>
          <cx:pt idx="923">64</cx:pt>
          <cx:pt idx="924">71</cx:pt>
          <cx:pt idx="925">110</cx:pt>
          <cx:pt idx="926">84</cx:pt>
          <cx:pt idx="927">74</cx:pt>
          <cx:pt idx="928">125</cx:pt>
          <cx:pt idx="929">211</cx:pt>
          <cx:pt idx="930">174</cx:pt>
          <cx:pt idx="931">101</cx:pt>
          <cx:pt idx="932">63</cx:pt>
          <cx:pt idx="933">47</cx:pt>
          <cx:pt idx="934">43</cx:pt>
          <cx:pt idx="935">53</cx:pt>
          <cx:pt idx="936">30</cx:pt>
          <cx:pt idx="937">24</cx:pt>
          <cx:pt idx="938">15</cx:pt>
          <cx:pt idx="939">10</cx:pt>
          <cx:pt idx="940">4</cx:pt>
          <cx:pt idx="941">1</cx:pt>
          <cx:pt idx="942">2</cx:pt>
          <cx:pt idx="943">11</cx:pt>
          <cx:pt idx="944">30</cx:pt>
          <cx:pt idx="945">43</cx:pt>
          <cx:pt idx="946">84</cx:pt>
          <cx:pt idx="947">114</cx:pt>
          <cx:pt idx="948">120</cx:pt>
          <cx:pt idx="949">135</cx:pt>
          <cx:pt idx="950">120</cx:pt>
          <cx:pt idx="951">174</cx:pt>
          <cx:pt idx="952">145</cx:pt>
          <cx:pt idx="953">137</cx:pt>
          <cx:pt idx="954">64</cx:pt>
          <cx:pt idx="955">41</cx:pt>
          <cx:pt idx="956">40</cx:pt>
          <cx:pt idx="957">51</cx:pt>
          <cx:pt idx="958">45</cx:pt>
          <cx:pt idx="959">32</cx:pt>
          <cx:pt idx="960">39</cx:pt>
          <cx:pt idx="961">24</cx:pt>
          <cx:pt idx="962">20</cx:pt>
          <cx:pt idx="963">12</cx:pt>
          <cx:pt idx="964">2</cx:pt>
          <cx:pt idx="965">5</cx:pt>
          <cx:pt idx="966">3</cx:pt>
          <cx:pt idx="967">12</cx:pt>
          <cx:pt idx="968">47</cx:pt>
          <cx:pt idx="969">105</cx:pt>
          <cx:pt idx="970">112</cx:pt>
          <cx:pt idx="971">152</cx:pt>
          <cx:pt idx="972">154</cx:pt>
          <cx:pt idx="973">161</cx:pt>
          <cx:pt idx="974">162</cx:pt>
          <cx:pt idx="975">134</cx:pt>
          <cx:pt idx="976">125</cx:pt>
          <cx:pt idx="977">95</cx:pt>
          <cx:pt idx="978">61</cx:pt>
          <cx:pt idx="979">47</cx:pt>
          <cx:pt idx="980">51</cx:pt>
          <cx:pt idx="981">36</cx:pt>
          <cx:pt idx="982">30</cx:pt>
          <cx:pt idx="983">11</cx:pt>
          <cx:pt idx="984">7</cx:pt>
          <cx:pt idx="985">2</cx:pt>
          <cx:pt idx="986">2</cx:pt>
          <cx:pt idx="987">2</cx:pt>
          <cx:pt idx="988">3</cx:pt>
          <cx:pt idx="989">26</cx:pt>
          <cx:pt idx="990">98</cx:pt>
          <cx:pt idx="991">80</cx:pt>
          <cx:pt idx="992">149</cx:pt>
          <cx:pt idx="993">109</cx:pt>
          <cx:pt idx="994">89</cx:pt>
          <cx:pt idx="995">62</cx:pt>
          <cx:pt idx="996">58</cx:pt>
          <cx:pt idx="997">26</cx:pt>
          <cx:pt idx="998">23</cx:pt>
          <cx:pt idx="999">28</cx:pt>
        </cx:lvl>
      </cx:numDim>
    </cx:data>
  </cx:chartData>
  <cx:chart>
    <cx:plotArea>
      <cx:plotAreaRegion>
        <cx:series layoutId="boxWhisker" uniqueId="{00000001-78E3-4A96-ACCE-EB4432CEDDC1}" formatIdx="1">
          <cx:tx>
            <cx:txData>
              <cx:f>Sheet1!$B$1</cx:f>
              <cx:v>Casual Customers</cx:v>
            </cx:txData>
          </cx:tx>
          <cx:dataId val="0"/>
          <cx:layoutPr>
            <cx:visibility meanLine="1" meanMarker="1" nonoutliers="0" outliers="1"/>
            <cx:statistics quartileMethod="exclusive"/>
          </cx:layoutPr>
        </cx:series>
        <cx:series layoutId="boxWhisker" uniqueId="{00000002-78E3-4A96-ACCE-EB4432CEDDC1}" formatIdx="2">
          <cx:tx>
            <cx:txData>
              <cx:f>Sheet1!$C$1</cx:f>
              <cx:v>Registered Customers</cx:v>
            </cx:txData>
          </cx:tx>
          <cx:dataId val="1"/>
          <cx:layoutPr>
            <cx:visibility meanLine="1" meanMarker="1" nonoutliers="0" outliers="1"/>
            <cx:statistics quartileMethod="exclusive"/>
          </cx:layoutPr>
        </cx:series>
        <cx:series layoutId="boxWhisker" uniqueId="{00000003-78E3-4A96-ACCE-EB4432CEDDC1}" formatIdx="3">
          <cx:tx>
            <cx:txData>
              <cx:f>Sheet1!$D$1</cx:f>
              <cx:v>Total Count of Customers</cx:v>
            </cx:txData>
          </cx:tx>
          <cx:dataId val="2"/>
          <cx:layoutPr>
            <cx:visibility meanLine="1" meanMarker="1" nonoutliers="0" outliers="1"/>
            <cx:statistics quartileMethod="exclusive"/>
          </cx:layoutPr>
        </cx:series>
      </cx:plotAreaRegion>
      <cx:axis id="0">
        <cx:catScaling gapWidth="1.5"/>
        <cx:tickLabels/>
      </cx:axis>
      <cx:axis id="1">
        <cx:valScaling/>
        <cx:tickLabels/>
      </cx:axis>
    </cx:plotArea>
  </cx:chart>
  <cx:spPr>
    <a:noFill/>
  </cx:spPr>
</cx:chartSpace>
</file>

<file path=ppt/charts/chartEx4.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Sheet2!$A$2:$C$1001</cx:f>
        <cx:lvl ptCount="1000">
          <cx:pt idx="0">#REF!</cx:pt>
          <cx:pt idx="1">#REF!</cx:pt>
          <cx:pt idx="2">#REF!</cx:pt>
          <cx:pt idx="3">#REF!</cx:pt>
          <cx:pt idx="4">#REF!</cx:pt>
          <cx:pt idx="5">#REF!</cx:pt>
          <cx:pt idx="6">#REF!</cx:pt>
          <cx:pt idx="7">#REF!</cx:pt>
          <cx:pt idx="8">#REF!</cx:pt>
          <cx:pt idx="9">#REF!</cx:pt>
          <cx:pt idx="10">#REF!</cx:pt>
          <cx:pt idx="11">#REF!</cx:pt>
          <cx:pt idx="12">#REF!</cx:pt>
          <cx:pt idx="13">#REF!</cx:pt>
          <cx:pt idx="14">#REF!</cx:pt>
          <cx:pt idx="15">#REF!</cx:pt>
          <cx:pt idx="16">#REF!</cx:pt>
          <cx:pt idx="17">#REF!</cx:pt>
          <cx:pt idx="18">#REF!</cx:pt>
          <cx:pt idx="19">#REF!</cx:pt>
          <cx:pt idx="20">#REF!</cx:pt>
          <cx:pt idx="21">#REF!</cx:pt>
          <cx:pt idx="22">#REF!</cx:pt>
          <cx:pt idx="23">#REF!</cx:pt>
          <cx:pt idx="24">#REF!</cx:pt>
          <cx:pt idx="25">#REF!</cx:pt>
          <cx:pt idx="26">#REF!</cx:pt>
          <cx:pt idx="27">#REF!</cx:pt>
          <cx:pt idx="28">#REF!</cx:pt>
          <cx:pt idx="29">#REF!</cx:pt>
          <cx:pt idx="30">#REF!</cx:pt>
          <cx:pt idx="31">#REF!</cx:pt>
          <cx:pt idx="32">#REF!</cx:pt>
          <cx:pt idx="33">#REF!</cx:pt>
          <cx:pt idx="34">#REF!</cx:pt>
          <cx:pt idx="35">#REF!</cx:pt>
          <cx:pt idx="36">#REF!</cx:pt>
          <cx:pt idx="37">#REF!</cx:pt>
          <cx:pt idx="38">#REF!</cx:pt>
          <cx:pt idx="39">#REF!</cx:pt>
          <cx:pt idx="40">#REF!</cx:pt>
          <cx:pt idx="41">#REF!</cx:pt>
          <cx:pt idx="42">#REF!</cx:pt>
          <cx:pt idx="43">#REF!</cx:pt>
          <cx:pt idx="44">#REF!</cx:pt>
          <cx:pt idx="45">#REF!</cx:pt>
          <cx:pt idx="46">#REF!</cx:pt>
          <cx:pt idx="47">#REF!</cx:pt>
          <cx:pt idx="48">#REF!</cx:pt>
          <cx:pt idx="49">#REF!</cx:pt>
          <cx:pt idx="50">#REF!</cx:pt>
          <cx:pt idx="51">#REF!</cx:pt>
          <cx:pt idx="52">#REF!</cx:pt>
          <cx:pt idx="53">#REF!</cx:pt>
          <cx:pt idx="54">#REF!</cx:pt>
          <cx:pt idx="55">#REF!</cx:pt>
          <cx:pt idx="56">#REF!</cx:pt>
          <cx:pt idx="57">#REF!</cx:pt>
          <cx:pt idx="58">#REF!</cx:pt>
          <cx:pt idx="59">#REF!</cx:pt>
          <cx:pt idx="60">#REF!</cx:pt>
          <cx:pt idx="61">#REF!</cx:pt>
          <cx:pt idx="62">#REF!</cx:pt>
          <cx:pt idx="63">#REF!</cx:pt>
          <cx:pt idx="64">#REF!</cx:pt>
          <cx:pt idx="65">#REF!</cx:pt>
          <cx:pt idx="66">#REF!</cx:pt>
          <cx:pt idx="67">#REF!</cx:pt>
          <cx:pt idx="68">#REF!</cx:pt>
          <cx:pt idx="69">#REF!</cx:pt>
          <cx:pt idx="70">#REF!</cx:pt>
          <cx:pt idx="71">#REF!</cx:pt>
          <cx:pt idx="72">#REF!</cx:pt>
          <cx:pt idx="73">#REF!</cx:pt>
          <cx:pt idx="74">#REF!</cx:pt>
          <cx:pt idx="75">#REF!</cx:pt>
          <cx:pt idx="76">#REF!</cx:pt>
          <cx:pt idx="77">#REF!</cx:pt>
          <cx:pt idx="78">#REF!</cx:pt>
          <cx:pt idx="79">#REF!</cx:pt>
          <cx:pt idx="80">#REF!</cx:pt>
          <cx:pt idx="81">#REF!</cx:pt>
          <cx:pt idx="82">#REF!</cx:pt>
          <cx:pt idx="83">#REF!</cx:pt>
          <cx:pt idx="84">#REF!</cx:pt>
          <cx:pt idx="85">#REF!</cx:pt>
          <cx:pt idx="86">#REF!</cx:pt>
          <cx:pt idx="87">#REF!</cx:pt>
          <cx:pt idx="88">#REF!</cx:pt>
          <cx:pt idx="89">#REF!</cx:pt>
          <cx:pt idx="90">#REF!</cx:pt>
          <cx:pt idx="91">#REF!</cx:pt>
          <cx:pt idx="92">#REF!</cx:pt>
          <cx:pt idx="93">#REF!</cx:pt>
          <cx:pt idx="94">#REF!</cx:pt>
          <cx:pt idx="95">#REF!</cx:pt>
          <cx:pt idx="96">#REF!</cx:pt>
          <cx:pt idx="97">#REF!</cx:pt>
          <cx:pt idx="98">#REF!</cx:pt>
          <cx:pt idx="99">#REF!</cx:pt>
          <cx:pt idx="100">#REF!</cx:pt>
          <cx:pt idx="101">#REF!</cx:pt>
          <cx:pt idx="102">#REF!</cx:pt>
          <cx:pt idx="103">#REF!</cx:pt>
          <cx:pt idx="104">#REF!</cx:pt>
          <cx:pt idx="105">#REF!</cx:pt>
          <cx:pt idx="106">#REF!</cx:pt>
          <cx:pt idx="107">#REF!</cx:pt>
          <cx:pt idx="108">#REF!</cx:pt>
          <cx:pt idx="109">#REF!</cx:pt>
          <cx:pt idx="110">#REF!</cx:pt>
          <cx:pt idx="111">#REF!</cx:pt>
          <cx:pt idx="112">#REF!</cx:pt>
          <cx:pt idx="113">#REF!</cx:pt>
          <cx:pt idx="114">#REF!</cx:pt>
          <cx:pt idx="115">#REF!</cx:pt>
          <cx:pt idx="116">#REF!</cx:pt>
          <cx:pt idx="117">#REF!</cx:pt>
          <cx:pt idx="118">#REF!</cx:pt>
          <cx:pt idx="119">#REF!</cx:pt>
          <cx:pt idx="120">#REF!</cx:pt>
          <cx:pt idx="121">#REF!</cx:pt>
          <cx:pt idx="122">#REF!</cx:pt>
          <cx:pt idx="123">#REF!</cx:pt>
          <cx:pt idx="124">#REF!</cx:pt>
          <cx:pt idx="125">#REF!</cx:pt>
          <cx:pt idx="126">#REF!</cx:pt>
          <cx:pt idx="127">#REF!</cx:pt>
          <cx:pt idx="128">#REF!</cx:pt>
          <cx:pt idx="129">#REF!</cx:pt>
          <cx:pt idx="130">#REF!</cx:pt>
          <cx:pt idx="131">#REF!</cx:pt>
          <cx:pt idx="132">#REF!</cx:pt>
          <cx:pt idx="133">#REF!</cx:pt>
          <cx:pt idx="134">#REF!</cx:pt>
          <cx:pt idx="135">#REF!</cx:pt>
          <cx:pt idx="136">#REF!</cx:pt>
          <cx:pt idx="137">#REF!</cx:pt>
          <cx:pt idx="138">#REF!</cx:pt>
          <cx:pt idx="139">#REF!</cx:pt>
          <cx:pt idx="140">#REF!</cx:pt>
          <cx:pt idx="141">#REF!</cx:pt>
          <cx:pt idx="142">#REF!</cx:pt>
          <cx:pt idx="143">#REF!</cx:pt>
          <cx:pt idx="144">#REF!</cx:pt>
          <cx:pt idx="145">#REF!</cx:pt>
          <cx:pt idx="146">#REF!</cx:pt>
          <cx:pt idx="147">#REF!</cx:pt>
          <cx:pt idx="148">#REF!</cx:pt>
          <cx:pt idx="149">#REF!</cx:pt>
          <cx:pt idx="150">#REF!</cx:pt>
          <cx:pt idx="151">#REF!</cx:pt>
          <cx:pt idx="152">#REF!</cx:pt>
          <cx:pt idx="153">#REF!</cx:pt>
          <cx:pt idx="154">#REF!</cx:pt>
          <cx:pt idx="155">#REF!</cx:pt>
          <cx:pt idx="156">#REF!</cx:pt>
          <cx:pt idx="157">#REF!</cx:pt>
          <cx:pt idx="158">#REF!</cx:pt>
          <cx:pt idx="159">#REF!</cx:pt>
          <cx:pt idx="160">#REF!</cx:pt>
          <cx:pt idx="161">#REF!</cx:pt>
          <cx:pt idx="162">#REF!</cx:pt>
          <cx:pt idx="163">#REF!</cx:pt>
          <cx:pt idx="164">#REF!</cx:pt>
          <cx:pt idx="165">#REF!</cx:pt>
          <cx:pt idx="166">#REF!</cx:pt>
          <cx:pt idx="167">#REF!</cx:pt>
          <cx:pt idx="168">#REF!</cx:pt>
          <cx:pt idx="169">#REF!</cx:pt>
          <cx:pt idx="170">#REF!</cx:pt>
          <cx:pt idx="171">#REF!</cx:pt>
          <cx:pt idx="172">#REF!</cx:pt>
          <cx:pt idx="173">#REF!</cx:pt>
          <cx:pt idx="174">#REF!</cx:pt>
          <cx:pt idx="175">#REF!</cx:pt>
          <cx:pt idx="176">#REF!</cx:pt>
          <cx:pt idx="177">#REF!</cx:pt>
          <cx:pt idx="178">#REF!</cx:pt>
          <cx:pt idx="179">#REF!</cx:pt>
          <cx:pt idx="180">#REF!</cx:pt>
          <cx:pt idx="181">#REF!</cx:pt>
          <cx:pt idx="182">#REF!</cx:pt>
          <cx:pt idx="183">#REF!</cx:pt>
          <cx:pt idx="184">#REF!</cx:pt>
          <cx:pt idx="185">#REF!</cx:pt>
          <cx:pt idx="186">#REF!</cx:pt>
          <cx:pt idx="187">#REF!</cx:pt>
          <cx:pt idx="188">#REF!</cx:pt>
          <cx:pt idx="189">#REF!</cx:pt>
          <cx:pt idx="190">#REF!</cx:pt>
          <cx:pt idx="191">#REF!</cx:pt>
          <cx:pt idx="192">#REF!</cx:pt>
          <cx:pt idx="193">#REF!</cx:pt>
          <cx:pt idx="194">#REF!</cx:pt>
          <cx:pt idx="195">#REF!</cx:pt>
          <cx:pt idx="196">#REF!</cx:pt>
          <cx:pt idx="197">#REF!</cx:pt>
          <cx:pt idx="198">#REF!</cx:pt>
          <cx:pt idx="199">#REF!</cx:pt>
          <cx:pt idx="200">#REF!</cx:pt>
          <cx:pt idx="201">#REF!</cx:pt>
          <cx:pt idx="202">#REF!</cx:pt>
          <cx:pt idx="203">#REF!</cx:pt>
          <cx:pt idx="204">#REF!</cx:pt>
          <cx:pt idx="205">#REF!</cx:pt>
          <cx:pt idx="206">#REF!</cx:pt>
          <cx:pt idx="207">#REF!</cx:pt>
          <cx:pt idx="208">#REF!</cx:pt>
          <cx:pt idx="209">#REF!</cx:pt>
          <cx:pt idx="210">#REF!</cx:pt>
          <cx:pt idx="211">#REF!</cx:pt>
          <cx:pt idx="212">#REF!</cx:pt>
          <cx:pt idx="213">#REF!</cx:pt>
          <cx:pt idx="214">#REF!</cx:pt>
          <cx:pt idx="215">#REF!</cx:pt>
          <cx:pt idx="216">#REF!</cx:pt>
          <cx:pt idx="217">#REF!</cx:pt>
          <cx:pt idx="218">#REF!</cx:pt>
          <cx:pt idx="219">#REF!</cx:pt>
          <cx:pt idx="220">#REF!</cx:pt>
          <cx:pt idx="221">#REF!</cx:pt>
          <cx:pt idx="222">#REF!</cx:pt>
          <cx:pt idx="223">#REF!</cx:pt>
          <cx:pt idx="224">#REF!</cx:pt>
          <cx:pt idx="225">#REF!</cx:pt>
          <cx:pt idx="226">#REF!</cx:pt>
          <cx:pt idx="227">#REF!</cx:pt>
          <cx:pt idx="228">#REF!</cx:pt>
          <cx:pt idx="229">#REF!</cx:pt>
          <cx:pt idx="230">#REF!</cx:pt>
          <cx:pt idx="231">#REF!</cx:pt>
          <cx:pt idx="232">#REF!</cx:pt>
          <cx:pt idx="233">#REF!</cx:pt>
          <cx:pt idx="234">#REF!</cx:pt>
          <cx:pt idx="235">#REF!</cx:pt>
          <cx:pt idx="236">#REF!</cx:pt>
          <cx:pt idx="237">#REF!</cx:pt>
          <cx:pt idx="238">#REF!</cx:pt>
          <cx:pt idx="239">#REF!</cx:pt>
          <cx:pt idx="240">#REF!</cx:pt>
          <cx:pt idx="241">#REF!</cx:pt>
          <cx:pt idx="242">#REF!</cx:pt>
          <cx:pt idx="243">#REF!</cx:pt>
          <cx:pt idx="244">#REF!</cx:pt>
          <cx:pt idx="245">#REF!</cx:pt>
          <cx:pt idx="246">#REF!</cx:pt>
          <cx:pt idx="247">#REF!</cx:pt>
          <cx:pt idx="248">#REF!</cx:pt>
          <cx:pt idx="249">#REF!</cx:pt>
          <cx:pt idx="250">#REF!</cx:pt>
          <cx:pt idx="251">#REF!</cx:pt>
          <cx:pt idx="252">#REF!</cx:pt>
          <cx:pt idx="253">#REF!</cx:pt>
          <cx:pt idx="254">#REF!</cx:pt>
          <cx:pt idx="255">#REF!</cx:pt>
          <cx:pt idx="256">#REF!</cx:pt>
          <cx:pt idx="257">#REF!</cx:pt>
          <cx:pt idx="258">#REF!</cx:pt>
          <cx:pt idx="259">#REF!</cx:pt>
          <cx:pt idx="260">#REF!</cx:pt>
          <cx:pt idx="261">#REF!</cx:pt>
          <cx:pt idx="262">#REF!</cx:pt>
          <cx:pt idx="263">#REF!</cx:pt>
          <cx:pt idx="264">#REF!</cx:pt>
          <cx:pt idx="265">#REF!</cx:pt>
          <cx:pt idx="266">#REF!</cx:pt>
          <cx:pt idx="267">#REF!</cx:pt>
          <cx:pt idx="268">#REF!</cx:pt>
          <cx:pt idx="269">#REF!</cx:pt>
          <cx:pt idx="270">#REF!</cx:pt>
          <cx:pt idx="271">#REF!</cx:pt>
          <cx:pt idx="272">#REF!</cx:pt>
          <cx:pt idx="273">#REF!</cx:pt>
          <cx:pt idx="274">#REF!</cx:pt>
          <cx:pt idx="275">#REF!</cx:pt>
          <cx:pt idx="276">#REF!</cx:pt>
          <cx:pt idx="277">#REF!</cx:pt>
          <cx:pt idx="278">#REF!</cx:pt>
          <cx:pt idx="279">#REF!</cx:pt>
          <cx:pt idx="280">#REF!</cx:pt>
          <cx:pt idx="281">#REF!</cx:pt>
          <cx:pt idx="282">#REF!</cx:pt>
          <cx:pt idx="283">#REF!</cx:pt>
          <cx:pt idx="284">#REF!</cx:pt>
          <cx:pt idx="285">#REF!</cx:pt>
          <cx:pt idx="286">#REF!</cx:pt>
          <cx:pt idx="287">#REF!</cx:pt>
          <cx:pt idx="288">#REF!</cx:pt>
          <cx:pt idx="289">#REF!</cx:pt>
          <cx:pt idx="290">#REF!</cx:pt>
          <cx:pt idx="291">#REF!</cx:pt>
          <cx:pt idx="292">#REF!</cx:pt>
          <cx:pt idx="293">#REF!</cx:pt>
          <cx:pt idx="294">#REF!</cx:pt>
          <cx:pt idx="295">#REF!</cx:pt>
          <cx:pt idx="296">#REF!</cx:pt>
          <cx:pt idx="297">#REF!</cx:pt>
          <cx:pt idx="298">#REF!</cx:pt>
          <cx:pt idx="299">#REF!</cx:pt>
          <cx:pt idx="300">#REF!</cx:pt>
          <cx:pt idx="301">#REF!</cx:pt>
          <cx:pt idx="302">#REF!</cx:pt>
          <cx:pt idx="303">#REF!</cx:pt>
          <cx:pt idx="304">#REF!</cx:pt>
          <cx:pt idx="305">#REF!</cx:pt>
          <cx:pt idx="306">#REF!</cx:pt>
          <cx:pt idx="307">#REF!</cx:pt>
          <cx:pt idx="308">#REF!</cx:pt>
          <cx:pt idx="309">#REF!</cx:pt>
          <cx:pt idx="310">#REF!</cx:pt>
          <cx:pt idx="311">#REF!</cx:pt>
          <cx:pt idx="312">#REF!</cx:pt>
          <cx:pt idx="313">#REF!</cx:pt>
          <cx:pt idx="314">#REF!</cx:pt>
          <cx:pt idx="315">#REF!</cx:pt>
          <cx:pt idx="316">#REF!</cx:pt>
          <cx:pt idx="317">#REF!</cx:pt>
          <cx:pt idx="318">#REF!</cx:pt>
          <cx:pt idx="319">#REF!</cx:pt>
          <cx:pt idx="320">#REF!</cx:pt>
          <cx:pt idx="321">#REF!</cx:pt>
          <cx:pt idx="322">#REF!</cx:pt>
          <cx:pt idx="323">#REF!</cx:pt>
          <cx:pt idx="324">#REF!</cx:pt>
          <cx:pt idx="325">#REF!</cx:pt>
          <cx:pt idx="326">#REF!</cx:pt>
          <cx:pt idx="327">#REF!</cx:pt>
          <cx:pt idx="328">#REF!</cx:pt>
          <cx:pt idx="329">#REF!</cx:pt>
          <cx:pt idx="330">#REF!</cx:pt>
          <cx:pt idx="331">#REF!</cx:pt>
          <cx:pt idx="332">#REF!</cx:pt>
          <cx:pt idx="333">#REF!</cx:pt>
          <cx:pt idx="334">#REF!</cx:pt>
          <cx:pt idx="335">#REF!</cx:pt>
          <cx:pt idx="336">#REF!</cx:pt>
          <cx:pt idx="337">#REF!</cx:pt>
          <cx:pt idx="338">#REF!</cx:pt>
          <cx:pt idx="339">#REF!</cx:pt>
          <cx:pt idx="340">#REF!</cx:pt>
          <cx:pt idx="341">#REF!</cx:pt>
          <cx:pt idx="342">#REF!</cx:pt>
          <cx:pt idx="343">#REF!</cx:pt>
          <cx:pt idx="344">#REF!</cx:pt>
          <cx:pt idx="345">#REF!</cx:pt>
          <cx:pt idx="346">#REF!</cx:pt>
          <cx:pt idx="347">#REF!</cx:pt>
          <cx:pt idx="348">#REF!</cx:pt>
          <cx:pt idx="349">#REF!</cx:pt>
          <cx:pt idx="350">#REF!</cx:pt>
          <cx:pt idx="351">#REF!</cx:pt>
          <cx:pt idx="352">#REF!</cx:pt>
          <cx:pt idx="353">#REF!</cx:pt>
          <cx:pt idx="354">#REF!</cx:pt>
          <cx:pt idx="355">#REF!</cx:pt>
          <cx:pt idx="356">#REF!</cx:pt>
          <cx:pt idx="357">#REF!</cx:pt>
          <cx:pt idx="358">#REF!</cx:pt>
          <cx:pt idx="359">#REF!</cx:pt>
          <cx:pt idx="360">#REF!</cx:pt>
          <cx:pt idx="361">#REF!</cx:pt>
          <cx:pt idx="362">#REF!</cx:pt>
          <cx:pt idx="363">#REF!</cx:pt>
          <cx:pt idx="364">#REF!</cx:pt>
          <cx:pt idx="365">#REF!</cx:pt>
          <cx:pt idx="366">#REF!</cx:pt>
          <cx:pt idx="367">#REF!</cx:pt>
          <cx:pt idx="368">#REF!</cx:pt>
          <cx:pt idx="369">#REF!</cx:pt>
          <cx:pt idx="370">#REF!</cx:pt>
          <cx:pt idx="371">#REF!</cx:pt>
          <cx:pt idx="372">#REF!</cx:pt>
          <cx:pt idx="373">#REF!</cx:pt>
          <cx:pt idx="374">#REF!</cx:pt>
          <cx:pt idx="375">#REF!</cx:pt>
          <cx:pt idx="376">#REF!</cx:pt>
          <cx:pt idx="377">#REF!</cx:pt>
          <cx:pt idx="378">#REF!</cx:pt>
          <cx:pt idx="379">#REF!</cx:pt>
          <cx:pt idx="380">#REF!</cx:pt>
          <cx:pt idx="381">#REF!</cx:pt>
          <cx:pt idx="382">#REF!</cx:pt>
          <cx:pt idx="383">#REF!</cx:pt>
          <cx:pt idx="384">#REF!</cx:pt>
          <cx:pt idx="385">#REF!</cx:pt>
          <cx:pt idx="386">#REF!</cx:pt>
          <cx:pt idx="387">#REF!</cx:pt>
          <cx:pt idx="388">#REF!</cx:pt>
          <cx:pt idx="389">#REF!</cx:pt>
          <cx:pt idx="390">#REF!</cx:pt>
          <cx:pt idx="391">#REF!</cx:pt>
          <cx:pt idx="392">#REF!</cx:pt>
          <cx:pt idx="393">#REF!</cx:pt>
          <cx:pt idx="394">#REF!</cx:pt>
          <cx:pt idx="395">#REF!</cx:pt>
          <cx:pt idx="396">#REF!</cx:pt>
          <cx:pt idx="397">#REF!</cx:pt>
          <cx:pt idx="398">#REF!</cx:pt>
          <cx:pt idx="399">#REF!</cx:pt>
          <cx:pt idx="400">#REF!</cx:pt>
          <cx:pt idx="401">#REF!</cx:pt>
          <cx:pt idx="402">#REF!</cx:pt>
          <cx:pt idx="403">#REF!</cx:pt>
          <cx:pt idx="404">#REF!</cx:pt>
          <cx:pt idx="405">#REF!</cx:pt>
          <cx:pt idx="406">#REF!</cx:pt>
          <cx:pt idx="407">#REF!</cx:pt>
          <cx:pt idx="408">#REF!</cx:pt>
          <cx:pt idx="409">#REF!</cx:pt>
          <cx:pt idx="410">#REF!</cx:pt>
          <cx:pt idx="411">#REF!</cx:pt>
          <cx:pt idx="412">#REF!</cx:pt>
          <cx:pt idx="413">#REF!</cx:pt>
          <cx:pt idx="414">#REF!</cx:pt>
          <cx:pt idx="415">#REF!</cx:pt>
          <cx:pt idx="416">#REF!</cx:pt>
          <cx:pt idx="417">#REF!</cx:pt>
          <cx:pt idx="418">#REF!</cx:pt>
          <cx:pt idx="419">#REF!</cx:pt>
          <cx:pt idx="420">#REF!</cx:pt>
          <cx:pt idx="421">#REF!</cx:pt>
          <cx:pt idx="422">#REF!</cx:pt>
          <cx:pt idx="423">#REF!</cx:pt>
          <cx:pt idx="424">#REF!</cx:pt>
          <cx:pt idx="425">#REF!</cx:pt>
          <cx:pt idx="426">#REF!</cx:pt>
          <cx:pt idx="427">#REF!</cx:pt>
          <cx:pt idx="428">#REF!</cx:pt>
          <cx:pt idx="429">#REF!</cx:pt>
          <cx:pt idx="430">#REF!</cx:pt>
          <cx:pt idx="431">#REF!</cx:pt>
          <cx:pt idx="432">#REF!</cx:pt>
          <cx:pt idx="433">#REF!</cx:pt>
          <cx:pt idx="434">#REF!</cx:pt>
          <cx:pt idx="435">#REF!</cx:pt>
          <cx:pt idx="436">#REF!</cx:pt>
          <cx:pt idx="437">#REF!</cx:pt>
          <cx:pt idx="438">#REF!</cx:pt>
          <cx:pt idx="439">#REF!</cx:pt>
          <cx:pt idx="440">#REF!</cx:pt>
          <cx:pt idx="441">#REF!</cx:pt>
          <cx:pt idx="442">#REF!</cx:pt>
          <cx:pt idx="443">#REF!</cx:pt>
          <cx:pt idx="444">#REF!</cx:pt>
          <cx:pt idx="445">#REF!</cx:pt>
          <cx:pt idx="446">#REF!</cx:pt>
          <cx:pt idx="447">#REF!</cx:pt>
          <cx:pt idx="448">#REF!</cx:pt>
          <cx:pt idx="449">#REF!</cx:pt>
          <cx:pt idx="450">#REF!</cx:pt>
          <cx:pt idx="451">#REF!</cx:pt>
          <cx:pt idx="452">#REF!</cx:pt>
          <cx:pt idx="453">#REF!</cx:pt>
          <cx:pt idx="454">#REF!</cx:pt>
          <cx:pt idx="455">#REF!</cx:pt>
          <cx:pt idx="456">#REF!</cx:pt>
          <cx:pt idx="457">#REF!</cx:pt>
          <cx:pt idx="458">#REF!</cx:pt>
          <cx:pt idx="459">#REF!</cx:pt>
          <cx:pt idx="460">#REF!</cx:pt>
          <cx:pt idx="461">#REF!</cx:pt>
          <cx:pt idx="462">#REF!</cx:pt>
          <cx:pt idx="463">#REF!</cx:pt>
          <cx:pt idx="464">#REF!</cx:pt>
          <cx:pt idx="465">#REF!</cx:pt>
          <cx:pt idx="466">#REF!</cx:pt>
          <cx:pt idx="467">#REF!</cx:pt>
          <cx:pt idx="468">#REF!</cx:pt>
          <cx:pt idx="469">#REF!</cx:pt>
          <cx:pt idx="470">#REF!</cx:pt>
          <cx:pt idx="471">#REF!</cx:pt>
          <cx:pt idx="472">#REF!</cx:pt>
          <cx:pt idx="473">#REF!</cx:pt>
          <cx:pt idx="474">#REF!</cx:pt>
          <cx:pt idx="475">#REF!</cx:pt>
          <cx:pt idx="476">#REF!</cx:pt>
          <cx:pt idx="477">#REF!</cx:pt>
          <cx:pt idx="478">#REF!</cx:pt>
          <cx:pt idx="479">#REF!</cx:pt>
          <cx:pt idx="480">#REF!</cx:pt>
          <cx:pt idx="481">#REF!</cx:pt>
          <cx:pt idx="482">#REF!</cx:pt>
          <cx:pt idx="483">#REF!</cx:pt>
          <cx:pt idx="484">#REF!</cx:pt>
          <cx:pt idx="485">#REF!</cx:pt>
          <cx:pt idx="486">#REF!</cx:pt>
          <cx:pt idx="487">#REF!</cx:pt>
          <cx:pt idx="488">#REF!</cx:pt>
          <cx:pt idx="489">#REF!</cx:pt>
          <cx:pt idx="490">#REF!</cx:pt>
          <cx:pt idx="491">#REF!</cx:pt>
          <cx:pt idx="492">#REF!</cx:pt>
          <cx:pt idx="493">#REF!</cx:pt>
          <cx:pt idx="494">#REF!</cx:pt>
          <cx:pt idx="495">#REF!</cx:pt>
          <cx:pt idx="496">#REF!</cx:pt>
          <cx:pt idx="497">#REF!</cx:pt>
          <cx:pt idx="498">#REF!</cx:pt>
          <cx:pt idx="499">#REF!</cx:pt>
          <cx:pt idx="500">#REF!</cx:pt>
          <cx:pt idx="501">#REF!</cx:pt>
          <cx:pt idx="502">#REF!</cx:pt>
          <cx:pt idx="503">#REF!</cx:pt>
          <cx:pt idx="504">#REF!</cx:pt>
          <cx:pt idx="505">#REF!</cx:pt>
          <cx:pt idx="506">#REF!</cx:pt>
          <cx:pt idx="507">#REF!</cx:pt>
          <cx:pt idx="508">#REF!</cx:pt>
          <cx:pt idx="509">#REF!</cx:pt>
          <cx:pt idx="510">#REF!</cx:pt>
          <cx:pt idx="511">#REF!</cx:pt>
          <cx:pt idx="512">#REF!</cx:pt>
          <cx:pt idx="513">#REF!</cx:pt>
          <cx:pt idx="514">#REF!</cx:pt>
          <cx:pt idx="515">#REF!</cx:pt>
          <cx:pt idx="516">#REF!</cx:pt>
          <cx:pt idx="517">#REF!</cx:pt>
          <cx:pt idx="518">#REF!</cx:pt>
          <cx:pt idx="519">#REF!</cx:pt>
          <cx:pt idx="520">#REF!</cx:pt>
          <cx:pt idx="521">#REF!</cx:pt>
          <cx:pt idx="522">#REF!</cx:pt>
          <cx:pt idx="523">#REF!</cx:pt>
          <cx:pt idx="524">#REF!</cx:pt>
          <cx:pt idx="525">#REF!</cx:pt>
          <cx:pt idx="526">#REF!</cx:pt>
          <cx:pt idx="527">#REF!</cx:pt>
          <cx:pt idx="528">#REF!</cx:pt>
          <cx:pt idx="529">#REF!</cx:pt>
          <cx:pt idx="530">#REF!</cx:pt>
          <cx:pt idx="531">#REF!</cx:pt>
          <cx:pt idx="532">#REF!</cx:pt>
          <cx:pt idx="533">#REF!</cx:pt>
          <cx:pt idx="534">#REF!</cx:pt>
          <cx:pt idx="535">#REF!</cx:pt>
          <cx:pt idx="536">#REF!</cx:pt>
          <cx:pt idx="537">#REF!</cx:pt>
          <cx:pt idx="538">#REF!</cx:pt>
          <cx:pt idx="539">#REF!</cx:pt>
          <cx:pt idx="540">#REF!</cx:pt>
          <cx:pt idx="541">#REF!</cx:pt>
          <cx:pt idx="542">#REF!</cx:pt>
          <cx:pt idx="543">#REF!</cx:pt>
          <cx:pt idx="544">#REF!</cx:pt>
          <cx:pt idx="545">#REF!</cx:pt>
          <cx:pt idx="546">#REF!</cx:pt>
          <cx:pt idx="547">#REF!</cx:pt>
          <cx:pt idx="548">#REF!</cx:pt>
          <cx:pt idx="549">#REF!</cx:pt>
          <cx:pt idx="550">#REF!</cx:pt>
          <cx:pt idx="551">#REF!</cx:pt>
          <cx:pt idx="552">#REF!</cx:pt>
          <cx:pt idx="553">#REF!</cx:pt>
          <cx:pt idx="554">#REF!</cx:pt>
          <cx:pt idx="555">#REF!</cx:pt>
          <cx:pt idx="556">#REF!</cx:pt>
          <cx:pt idx="557">#REF!</cx:pt>
          <cx:pt idx="558">#REF!</cx:pt>
          <cx:pt idx="559">#REF!</cx:pt>
          <cx:pt idx="560">#REF!</cx:pt>
          <cx:pt idx="561">#REF!</cx:pt>
          <cx:pt idx="562">#REF!</cx:pt>
          <cx:pt idx="563">#REF!</cx:pt>
          <cx:pt idx="564">#REF!</cx:pt>
          <cx:pt idx="565">#REF!</cx:pt>
          <cx:pt idx="566">#REF!</cx:pt>
          <cx:pt idx="567">#REF!</cx:pt>
          <cx:pt idx="568">#REF!</cx:pt>
          <cx:pt idx="569">#REF!</cx:pt>
          <cx:pt idx="570">#REF!</cx:pt>
          <cx:pt idx="571">#REF!</cx:pt>
          <cx:pt idx="572">#REF!</cx:pt>
          <cx:pt idx="573">#REF!</cx:pt>
          <cx:pt idx="574">#REF!</cx:pt>
          <cx:pt idx="575">#REF!</cx:pt>
          <cx:pt idx="576">#REF!</cx:pt>
          <cx:pt idx="577">#REF!</cx:pt>
          <cx:pt idx="578">#REF!</cx:pt>
          <cx:pt idx="579">#REF!</cx:pt>
          <cx:pt idx="580">#REF!</cx:pt>
          <cx:pt idx="581">#REF!</cx:pt>
          <cx:pt idx="582">#REF!</cx:pt>
          <cx:pt idx="583">#REF!</cx:pt>
          <cx:pt idx="584">#REF!</cx:pt>
          <cx:pt idx="585">#REF!</cx:pt>
          <cx:pt idx="586">#REF!</cx:pt>
          <cx:pt idx="587">#REF!</cx:pt>
          <cx:pt idx="588">#REF!</cx:pt>
          <cx:pt idx="589">#REF!</cx:pt>
          <cx:pt idx="590">#REF!</cx:pt>
          <cx:pt idx="591">#REF!</cx:pt>
          <cx:pt idx="592">#REF!</cx:pt>
          <cx:pt idx="593">#REF!</cx:pt>
          <cx:pt idx="594">#REF!</cx:pt>
          <cx:pt idx="595">#REF!</cx:pt>
          <cx:pt idx="596">#REF!</cx:pt>
          <cx:pt idx="597">#REF!</cx:pt>
          <cx:pt idx="598">#REF!</cx:pt>
          <cx:pt idx="599">#REF!</cx:pt>
          <cx:pt idx="600">#REF!</cx:pt>
          <cx:pt idx="601">#REF!</cx:pt>
          <cx:pt idx="602">#REF!</cx:pt>
          <cx:pt idx="603">#REF!</cx:pt>
          <cx:pt idx="604">#REF!</cx:pt>
          <cx:pt idx="605">#REF!</cx:pt>
          <cx:pt idx="606">#REF!</cx:pt>
          <cx:pt idx="607">#REF!</cx:pt>
          <cx:pt idx="608">#REF!</cx:pt>
          <cx:pt idx="609">#REF!</cx:pt>
          <cx:pt idx="610">#REF!</cx:pt>
          <cx:pt idx="611">#REF!</cx:pt>
          <cx:pt idx="612">#REF!</cx:pt>
          <cx:pt idx="613">#REF!</cx:pt>
          <cx:pt idx="614">#REF!</cx:pt>
          <cx:pt idx="615">#REF!</cx:pt>
          <cx:pt idx="616">#REF!</cx:pt>
          <cx:pt idx="617">#REF!</cx:pt>
          <cx:pt idx="618">#REF!</cx:pt>
          <cx:pt idx="619">#REF!</cx:pt>
          <cx:pt idx="620">#REF!</cx:pt>
          <cx:pt idx="621">#REF!</cx:pt>
          <cx:pt idx="622">#REF!</cx:pt>
          <cx:pt idx="623">#REF!</cx:pt>
          <cx:pt idx="624">#REF!</cx:pt>
          <cx:pt idx="625">#REF!</cx:pt>
          <cx:pt idx="626">#REF!</cx:pt>
          <cx:pt idx="627">#REF!</cx:pt>
          <cx:pt idx="628">#REF!</cx:pt>
          <cx:pt idx="629">#REF!</cx:pt>
          <cx:pt idx="630">#REF!</cx:pt>
          <cx:pt idx="631">#REF!</cx:pt>
          <cx:pt idx="632">#REF!</cx:pt>
          <cx:pt idx="633">#REF!</cx:pt>
          <cx:pt idx="634">#REF!</cx:pt>
          <cx:pt idx="635">#REF!</cx:pt>
          <cx:pt idx="636">#REF!</cx:pt>
          <cx:pt idx="637">#REF!</cx:pt>
          <cx:pt idx="638">#REF!</cx:pt>
          <cx:pt idx="639">#REF!</cx:pt>
          <cx:pt idx="640">#REF!</cx:pt>
          <cx:pt idx="641">#REF!</cx:pt>
          <cx:pt idx="642">#REF!</cx:pt>
          <cx:pt idx="643">#REF!</cx:pt>
          <cx:pt idx="644">#REF!</cx:pt>
          <cx:pt idx="645">#REF!</cx:pt>
          <cx:pt idx="646">#REF!</cx:pt>
          <cx:pt idx="647">#REF!</cx:pt>
          <cx:pt idx="648">#REF!</cx:pt>
          <cx:pt idx="649">#REF!</cx:pt>
          <cx:pt idx="650">#REF!</cx:pt>
          <cx:pt idx="651">#REF!</cx:pt>
          <cx:pt idx="652">#REF!</cx:pt>
          <cx:pt idx="653">#REF!</cx:pt>
          <cx:pt idx="654">#REF!</cx:pt>
          <cx:pt idx="655">#REF!</cx:pt>
          <cx:pt idx="656">#REF!</cx:pt>
          <cx:pt idx="657">#REF!</cx:pt>
          <cx:pt idx="658">#REF!</cx:pt>
          <cx:pt idx="659">#REF!</cx:pt>
          <cx:pt idx="660">#REF!</cx:pt>
          <cx:pt idx="661">#REF!</cx:pt>
          <cx:pt idx="662">#REF!</cx:pt>
          <cx:pt idx="663">#REF!</cx:pt>
          <cx:pt idx="664">#REF!</cx:pt>
          <cx:pt idx="665">#REF!</cx:pt>
          <cx:pt idx="666">#REF!</cx:pt>
          <cx:pt idx="667">#REF!</cx:pt>
          <cx:pt idx="668">#REF!</cx:pt>
          <cx:pt idx="669">#REF!</cx:pt>
          <cx:pt idx="670">#REF!</cx:pt>
          <cx:pt idx="671">#REF!</cx:pt>
          <cx:pt idx="672">#REF!</cx:pt>
          <cx:pt idx="673">#REF!</cx:pt>
          <cx:pt idx="674">#REF!</cx:pt>
          <cx:pt idx="675">#REF!</cx:pt>
          <cx:pt idx="676">#REF!</cx:pt>
          <cx:pt idx="677">#REF!</cx:pt>
          <cx:pt idx="678">#REF!</cx:pt>
          <cx:pt idx="679">#REF!</cx:pt>
          <cx:pt idx="680">#REF!</cx:pt>
          <cx:pt idx="681">#REF!</cx:pt>
          <cx:pt idx="682">#REF!</cx:pt>
          <cx:pt idx="683">#REF!</cx:pt>
          <cx:pt idx="684">#REF!</cx:pt>
          <cx:pt idx="685">#REF!</cx:pt>
          <cx:pt idx="686">#REF!</cx:pt>
          <cx:pt idx="687">#REF!</cx:pt>
          <cx:pt idx="688">#REF!</cx:pt>
          <cx:pt idx="689">#REF!</cx:pt>
          <cx:pt idx="690">#REF!</cx:pt>
          <cx:pt idx="691">#REF!</cx:pt>
          <cx:pt idx="692">#REF!</cx:pt>
          <cx:pt idx="693">#REF!</cx:pt>
          <cx:pt idx="694">#REF!</cx:pt>
          <cx:pt idx="695">#REF!</cx:pt>
          <cx:pt idx="696">#REF!</cx:pt>
          <cx:pt idx="697">#REF!</cx:pt>
          <cx:pt idx="698">#REF!</cx:pt>
          <cx:pt idx="699">#REF!</cx:pt>
          <cx:pt idx="700">#REF!</cx:pt>
          <cx:pt idx="701">#REF!</cx:pt>
          <cx:pt idx="702">#REF!</cx:pt>
          <cx:pt idx="703">#REF!</cx:pt>
          <cx:pt idx="704">#REF!</cx:pt>
          <cx:pt idx="705">#REF!</cx:pt>
          <cx:pt idx="706">#REF!</cx:pt>
          <cx:pt idx="707">#REF!</cx:pt>
          <cx:pt idx="708">#REF!</cx:pt>
          <cx:pt idx="709">#REF!</cx:pt>
          <cx:pt idx="710">#REF!</cx:pt>
          <cx:pt idx="711">#REF!</cx:pt>
          <cx:pt idx="712">#REF!</cx:pt>
          <cx:pt idx="713">#REF!</cx:pt>
          <cx:pt idx="714">#REF!</cx:pt>
          <cx:pt idx="715">#REF!</cx:pt>
          <cx:pt idx="716">#REF!</cx:pt>
          <cx:pt idx="717">#REF!</cx:pt>
          <cx:pt idx="718">#REF!</cx:pt>
          <cx:pt idx="719">#REF!</cx:pt>
          <cx:pt idx="720">#REF!</cx:pt>
          <cx:pt idx="721">#REF!</cx:pt>
          <cx:pt idx="722">#REF!</cx:pt>
          <cx:pt idx="723">#REF!</cx:pt>
          <cx:pt idx="724">#REF!</cx:pt>
          <cx:pt idx="725">#REF!</cx:pt>
          <cx:pt idx="726">#REF!</cx:pt>
          <cx:pt idx="727">#REF!</cx:pt>
          <cx:pt idx="728">#REF!</cx:pt>
          <cx:pt idx="729">#REF!</cx:pt>
          <cx:pt idx="730">#REF!</cx:pt>
          <cx:pt idx="731">#REF!</cx:pt>
          <cx:pt idx="732">#REF!</cx:pt>
          <cx:pt idx="733">#REF!</cx:pt>
          <cx:pt idx="734">#REF!</cx:pt>
          <cx:pt idx="735">#REF!</cx:pt>
          <cx:pt idx="736">#REF!</cx:pt>
          <cx:pt idx="737">#REF!</cx:pt>
          <cx:pt idx="738">#REF!</cx:pt>
          <cx:pt idx="739">#REF!</cx:pt>
          <cx:pt idx="740">#REF!</cx:pt>
          <cx:pt idx="741">#REF!</cx:pt>
          <cx:pt idx="742">#REF!</cx:pt>
          <cx:pt idx="743">#REF!</cx:pt>
          <cx:pt idx="744">#REF!</cx:pt>
          <cx:pt idx="745">#REF!</cx:pt>
          <cx:pt idx="746">#REF!</cx:pt>
          <cx:pt idx="747">#REF!</cx:pt>
          <cx:pt idx="748">#REF!</cx:pt>
          <cx:pt idx="749">#REF!</cx:pt>
          <cx:pt idx="750">#REF!</cx:pt>
          <cx:pt idx="751">#REF!</cx:pt>
          <cx:pt idx="752">#REF!</cx:pt>
          <cx:pt idx="753">#REF!</cx:pt>
          <cx:pt idx="754">#REF!</cx:pt>
          <cx:pt idx="755">#REF!</cx:pt>
          <cx:pt idx="756">#REF!</cx:pt>
          <cx:pt idx="757">#REF!</cx:pt>
          <cx:pt idx="758">#REF!</cx:pt>
          <cx:pt idx="759">#REF!</cx:pt>
          <cx:pt idx="760">#REF!</cx:pt>
          <cx:pt idx="761">#REF!</cx:pt>
          <cx:pt idx="762">#REF!</cx:pt>
          <cx:pt idx="763">#REF!</cx:pt>
          <cx:pt idx="764">#REF!</cx:pt>
          <cx:pt idx="765">#REF!</cx:pt>
          <cx:pt idx="766">#REF!</cx:pt>
          <cx:pt idx="767">#REF!</cx:pt>
          <cx:pt idx="768">#REF!</cx:pt>
          <cx:pt idx="769">#REF!</cx:pt>
          <cx:pt idx="770">#REF!</cx:pt>
          <cx:pt idx="771">#REF!</cx:pt>
          <cx:pt idx="772">#REF!</cx:pt>
          <cx:pt idx="773">#REF!</cx:pt>
          <cx:pt idx="774">#REF!</cx:pt>
          <cx:pt idx="775">#REF!</cx:pt>
          <cx:pt idx="776">#REF!</cx:pt>
          <cx:pt idx="777">#REF!</cx:pt>
          <cx:pt idx="778">#REF!</cx:pt>
          <cx:pt idx="779">#REF!</cx:pt>
          <cx:pt idx="780">#REF!</cx:pt>
          <cx:pt idx="781">#REF!</cx:pt>
          <cx:pt idx="782">#REF!</cx:pt>
          <cx:pt idx="783">#REF!</cx:pt>
          <cx:pt idx="784">#REF!</cx:pt>
          <cx:pt idx="785">#REF!</cx:pt>
          <cx:pt idx="786">#REF!</cx:pt>
          <cx:pt idx="787">#REF!</cx:pt>
          <cx:pt idx="788">#REF!</cx:pt>
          <cx:pt idx="789">#REF!</cx:pt>
          <cx:pt idx="790">#REF!</cx:pt>
          <cx:pt idx="791">#REF!</cx:pt>
          <cx:pt idx="792">#REF!</cx:pt>
          <cx:pt idx="793">#REF!</cx:pt>
          <cx:pt idx="794">#REF!</cx:pt>
          <cx:pt idx="795">#REF!</cx:pt>
          <cx:pt idx="796">#REF!</cx:pt>
          <cx:pt idx="797">#REF!</cx:pt>
          <cx:pt idx="798">#REF!</cx:pt>
          <cx:pt idx="799">#REF!</cx:pt>
          <cx:pt idx="800">#REF!</cx:pt>
          <cx:pt idx="801">#REF!</cx:pt>
          <cx:pt idx="802">#REF!</cx:pt>
          <cx:pt idx="803">#REF!</cx:pt>
          <cx:pt idx="804">#REF!</cx:pt>
          <cx:pt idx="805">#REF!</cx:pt>
          <cx:pt idx="806">#REF!</cx:pt>
          <cx:pt idx="807">#REF!</cx:pt>
          <cx:pt idx="808">#REF!</cx:pt>
          <cx:pt idx="809">#REF!</cx:pt>
          <cx:pt idx="810">#REF!</cx:pt>
          <cx:pt idx="811">#REF!</cx:pt>
          <cx:pt idx="812">#REF!</cx:pt>
          <cx:pt idx="813">#REF!</cx:pt>
          <cx:pt idx="814">#REF!</cx:pt>
          <cx:pt idx="815">#REF!</cx:pt>
          <cx:pt idx="816">#REF!</cx:pt>
          <cx:pt idx="817">#REF!</cx:pt>
          <cx:pt idx="818">#REF!</cx:pt>
          <cx:pt idx="819">#REF!</cx:pt>
          <cx:pt idx="820">#REF!</cx:pt>
          <cx:pt idx="821">#REF!</cx:pt>
          <cx:pt idx="822">#REF!</cx:pt>
          <cx:pt idx="823">#REF!</cx:pt>
          <cx:pt idx="824">#REF!</cx:pt>
          <cx:pt idx="825">#REF!</cx:pt>
          <cx:pt idx="826">#REF!</cx:pt>
          <cx:pt idx="827">#REF!</cx:pt>
          <cx:pt idx="828">#REF!</cx:pt>
          <cx:pt idx="829">#REF!</cx:pt>
          <cx:pt idx="830">#REF!</cx:pt>
          <cx:pt idx="831">#REF!</cx:pt>
          <cx:pt idx="832">#REF!</cx:pt>
          <cx:pt idx="833">#REF!</cx:pt>
          <cx:pt idx="834">#REF!</cx:pt>
          <cx:pt idx="835">#REF!</cx:pt>
          <cx:pt idx="836">#REF!</cx:pt>
          <cx:pt idx="837">#REF!</cx:pt>
          <cx:pt idx="838">#REF!</cx:pt>
          <cx:pt idx="839">#REF!</cx:pt>
          <cx:pt idx="840">#REF!</cx:pt>
          <cx:pt idx="841">#REF!</cx:pt>
          <cx:pt idx="842">#REF!</cx:pt>
          <cx:pt idx="843">#REF!</cx:pt>
          <cx:pt idx="844">#REF!</cx:pt>
          <cx:pt idx="845">#REF!</cx:pt>
          <cx:pt idx="846">#REF!</cx:pt>
          <cx:pt idx="847">#REF!</cx:pt>
          <cx:pt idx="848">#REF!</cx:pt>
          <cx:pt idx="849">#REF!</cx:pt>
          <cx:pt idx="850">#REF!</cx:pt>
          <cx:pt idx="851">#REF!</cx:pt>
          <cx:pt idx="852">#REF!</cx:pt>
          <cx:pt idx="853">#REF!</cx:pt>
          <cx:pt idx="854">#REF!</cx:pt>
          <cx:pt idx="855">#REF!</cx:pt>
          <cx:pt idx="856">#REF!</cx:pt>
          <cx:pt idx="857">#REF!</cx:pt>
          <cx:pt idx="858">#REF!</cx:pt>
          <cx:pt idx="859">#REF!</cx:pt>
          <cx:pt idx="860">#REF!</cx:pt>
          <cx:pt idx="861">#REF!</cx:pt>
          <cx:pt idx="862">#REF!</cx:pt>
          <cx:pt idx="863">#REF!</cx:pt>
          <cx:pt idx="864">#REF!</cx:pt>
          <cx:pt idx="865">#REF!</cx:pt>
          <cx:pt idx="866">#REF!</cx:pt>
          <cx:pt idx="867">#REF!</cx:pt>
          <cx:pt idx="868">#REF!</cx:pt>
          <cx:pt idx="869">#REF!</cx:pt>
          <cx:pt idx="870">#REF!</cx:pt>
          <cx:pt idx="871">#REF!</cx:pt>
          <cx:pt idx="872">#REF!</cx:pt>
          <cx:pt idx="873">#REF!</cx:pt>
          <cx:pt idx="874">#REF!</cx:pt>
          <cx:pt idx="875">#REF!</cx:pt>
          <cx:pt idx="876">#REF!</cx:pt>
          <cx:pt idx="877">#REF!</cx:pt>
          <cx:pt idx="878">#REF!</cx:pt>
          <cx:pt idx="879">#REF!</cx:pt>
          <cx:pt idx="880">#REF!</cx:pt>
          <cx:pt idx="881">#REF!</cx:pt>
          <cx:pt idx="882">#REF!</cx:pt>
          <cx:pt idx="883">#REF!</cx:pt>
          <cx:pt idx="884">#REF!</cx:pt>
          <cx:pt idx="885">#REF!</cx:pt>
          <cx:pt idx="886">#REF!</cx:pt>
          <cx:pt idx="887">#REF!</cx:pt>
          <cx:pt idx="888">#REF!</cx:pt>
          <cx:pt idx="889">#REF!</cx:pt>
          <cx:pt idx="890">#REF!</cx:pt>
          <cx:pt idx="891">#REF!</cx:pt>
          <cx:pt idx="892">#REF!</cx:pt>
          <cx:pt idx="893">#REF!</cx:pt>
          <cx:pt idx="894">#REF!</cx:pt>
          <cx:pt idx="895">#REF!</cx:pt>
          <cx:pt idx="896">#REF!</cx:pt>
          <cx:pt idx="897">#REF!</cx:pt>
          <cx:pt idx="898">#REF!</cx:pt>
          <cx:pt idx="899">#REF!</cx:pt>
          <cx:pt idx="900">#REF!</cx:pt>
          <cx:pt idx="901">#REF!</cx:pt>
          <cx:pt idx="902">#REF!</cx:pt>
          <cx:pt idx="903">#REF!</cx:pt>
          <cx:pt idx="904">#REF!</cx:pt>
          <cx:pt idx="905">#REF!</cx:pt>
          <cx:pt idx="906">#REF!</cx:pt>
          <cx:pt idx="907">#REF!</cx:pt>
          <cx:pt idx="908">#REF!</cx:pt>
          <cx:pt idx="909">#REF!</cx:pt>
          <cx:pt idx="910">#REF!</cx:pt>
          <cx:pt idx="911">#REF!</cx:pt>
          <cx:pt idx="912">#REF!</cx:pt>
          <cx:pt idx="913">#REF!</cx:pt>
          <cx:pt idx="914">#REF!</cx:pt>
          <cx:pt idx="915">#REF!</cx:pt>
          <cx:pt idx="916">#REF!</cx:pt>
          <cx:pt idx="917">#REF!</cx:pt>
          <cx:pt idx="918">#REF!</cx:pt>
          <cx:pt idx="919">#REF!</cx:pt>
          <cx:pt idx="920">#REF!</cx:pt>
          <cx:pt idx="921">#REF!</cx:pt>
          <cx:pt idx="922">#REF!</cx:pt>
          <cx:pt idx="923">#REF!</cx:pt>
          <cx:pt idx="924">#REF!</cx:pt>
          <cx:pt idx="925">#REF!</cx:pt>
          <cx:pt idx="926">#REF!</cx:pt>
          <cx:pt idx="927">#REF!</cx:pt>
          <cx:pt idx="928">#REF!</cx:pt>
          <cx:pt idx="929">#REF!</cx:pt>
          <cx:pt idx="930">#REF!</cx:pt>
          <cx:pt idx="931">#REF!</cx:pt>
          <cx:pt idx="932">#REF!</cx:pt>
          <cx:pt idx="933">#REF!</cx:pt>
          <cx:pt idx="934">#REF!</cx:pt>
          <cx:pt idx="935">#REF!</cx:pt>
          <cx:pt idx="936">#REF!</cx:pt>
          <cx:pt idx="937">#REF!</cx:pt>
          <cx:pt idx="938">#REF!</cx:pt>
          <cx:pt idx="939">#REF!</cx:pt>
          <cx:pt idx="940">#REF!</cx:pt>
          <cx:pt idx="941">#REF!</cx:pt>
          <cx:pt idx="942">#REF!</cx:pt>
          <cx:pt idx="943">#REF!</cx:pt>
          <cx:pt idx="944">#REF!</cx:pt>
          <cx:pt idx="945">#REF!</cx:pt>
          <cx:pt idx="946">#REF!</cx:pt>
          <cx:pt idx="947">#REF!</cx:pt>
          <cx:pt idx="948">#REF!</cx:pt>
          <cx:pt idx="949">#REF!</cx:pt>
          <cx:pt idx="950">#REF!</cx:pt>
          <cx:pt idx="951">#REF!</cx:pt>
          <cx:pt idx="952">#REF!</cx:pt>
          <cx:pt idx="953">#REF!</cx:pt>
          <cx:pt idx="954">#REF!</cx:pt>
          <cx:pt idx="955">#REF!</cx:pt>
          <cx:pt idx="956">#REF!</cx:pt>
          <cx:pt idx="957">#REF!</cx:pt>
          <cx:pt idx="958">#REF!</cx:pt>
          <cx:pt idx="959">#REF!</cx:pt>
          <cx:pt idx="960">#REF!</cx:pt>
          <cx:pt idx="961">#REF!</cx:pt>
          <cx:pt idx="962">#REF!</cx:pt>
          <cx:pt idx="963">#REF!</cx:pt>
          <cx:pt idx="964">#REF!</cx:pt>
          <cx:pt idx="965">#REF!</cx:pt>
          <cx:pt idx="966">#REF!</cx:pt>
          <cx:pt idx="967">#REF!</cx:pt>
          <cx:pt idx="968">#REF!</cx:pt>
          <cx:pt idx="969">#REF!</cx:pt>
          <cx:pt idx="970">#REF!</cx:pt>
          <cx:pt idx="971">#REF!</cx:pt>
          <cx:pt idx="972">#REF!</cx:pt>
          <cx:pt idx="973">#REF!</cx:pt>
          <cx:pt idx="974">#REF!</cx:pt>
          <cx:pt idx="975">#REF!</cx:pt>
          <cx:pt idx="976">#REF!</cx:pt>
          <cx:pt idx="977">#REF!</cx:pt>
          <cx:pt idx="978">#REF!</cx:pt>
          <cx:pt idx="979">#REF!</cx:pt>
          <cx:pt idx="980">#REF!</cx:pt>
          <cx:pt idx="981">#REF!</cx:pt>
          <cx:pt idx="982">#REF!</cx:pt>
          <cx:pt idx="983">#REF!</cx:pt>
          <cx:pt idx="984">#REF!</cx:pt>
          <cx:pt idx="985">#REF!</cx:pt>
          <cx:pt idx="986">#REF!</cx:pt>
          <cx:pt idx="987">#REF!</cx:pt>
          <cx:pt idx="988">#REF!</cx:pt>
          <cx:pt idx="989">#REF!</cx:pt>
          <cx:pt idx="990">#REF!</cx:pt>
          <cx:pt idx="991">#REF!</cx:pt>
          <cx:pt idx="992">#REF!</cx:pt>
          <cx:pt idx="993">#REF!</cx:pt>
          <cx:pt idx="994">#REF!</cx:pt>
          <cx:pt idx="995">#REF!</cx:pt>
          <cx:pt idx="996">#REF!</cx:pt>
          <cx:pt idx="997">#REF!</cx:pt>
          <cx:pt idx="998">#REF!</cx:pt>
          <cx:pt idx="999">#REF!</cx:pt>
        </cx:lvl>
        <cx:lvl ptCount="1000">
          <cx:pt idx="0">January</cx:pt>
          <cx:pt idx="1">January</cx:pt>
          <cx:pt idx="2">January</cx:pt>
          <cx:pt idx="3">January</cx:pt>
          <cx:pt idx="4">January</cx:pt>
          <cx:pt idx="5">January</cx:pt>
          <cx:pt idx="6">January</cx:pt>
          <cx:pt idx="7">January</cx:pt>
          <cx:pt idx="8">January</cx:pt>
          <cx:pt idx="9">January</cx:pt>
          <cx:pt idx="10">January</cx:pt>
          <cx:pt idx="11">January</cx:pt>
          <cx:pt idx="12">January</cx:pt>
          <cx:pt idx="13">January</cx:pt>
          <cx:pt idx="14">January</cx:pt>
          <cx:pt idx="15">January</cx:pt>
          <cx:pt idx="16">January</cx:pt>
          <cx:pt idx="17">January</cx:pt>
          <cx:pt idx="18">January</cx:pt>
          <cx:pt idx="19">January</cx:pt>
          <cx:pt idx="20">January</cx:pt>
          <cx:pt idx="21">January</cx:pt>
          <cx:pt idx="22">January</cx:pt>
          <cx:pt idx="23">January</cx:pt>
          <cx:pt idx="24">January</cx:pt>
          <cx:pt idx="25">January</cx:pt>
          <cx:pt idx="26">January</cx:pt>
          <cx:pt idx="27">January</cx:pt>
          <cx:pt idx="28">January</cx:pt>
          <cx:pt idx="29">January</cx:pt>
          <cx:pt idx="30">January</cx:pt>
          <cx:pt idx="31">January</cx:pt>
          <cx:pt idx="32">January</cx:pt>
          <cx:pt idx="33">January</cx:pt>
          <cx:pt idx="34">January</cx:pt>
          <cx:pt idx="35">January</cx:pt>
          <cx:pt idx="36">January</cx:pt>
          <cx:pt idx="37">January</cx:pt>
          <cx:pt idx="38">January</cx:pt>
          <cx:pt idx="39">January</cx:pt>
          <cx:pt idx="40">January</cx:pt>
          <cx:pt idx="41">January</cx:pt>
          <cx:pt idx="42">January</cx:pt>
          <cx:pt idx="43">January</cx:pt>
          <cx:pt idx="44">January</cx:pt>
          <cx:pt idx="45">January</cx:pt>
          <cx:pt idx="46">January</cx:pt>
          <cx:pt idx="47">January</cx:pt>
          <cx:pt idx="48">January</cx:pt>
          <cx:pt idx="49">January</cx:pt>
          <cx:pt idx="50">January</cx:pt>
          <cx:pt idx="51">January</cx:pt>
          <cx:pt idx="52">January</cx:pt>
          <cx:pt idx="53">January</cx:pt>
          <cx:pt idx="54">January</cx:pt>
          <cx:pt idx="55">January</cx:pt>
          <cx:pt idx="56">January</cx:pt>
          <cx:pt idx="57">January</cx:pt>
          <cx:pt idx="58">January</cx:pt>
          <cx:pt idx="59">January</cx:pt>
          <cx:pt idx="60">January</cx:pt>
          <cx:pt idx="61">January</cx:pt>
          <cx:pt idx="62">January</cx:pt>
          <cx:pt idx="63">January</cx:pt>
          <cx:pt idx="64">January</cx:pt>
          <cx:pt idx="65">January</cx:pt>
          <cx:pt idx="66">January</cx:pt>
          <cx:pt idx="67">January</cx:pt>
          <cx:pt idx="68">January</cx:pt>
          <cx:pt idx="69">January</cx:pt>
          <cx:pt idx="70">January</cx:pt>
          <cx:pt idx="71">January</cx:pt>
          <cx:pt idx="72">January</cx:pt>
          <cx:pt idx="73">January</cx:pt>
          <cx:pt idx="74">January</cx:pt>
          <cx:pt idx="75">January</cx:pt>
          <cx:pt idx="76">January</cx:pt>
          <cx:pt idx="77">January</cx:pt>
          <cx:pt idx="78">January</cx:pt>
          <cx:pt idx="79">January</cx:pt>
          <cx:pt idx="80">January</cx:pt>
          <cx:pt idx="81">January</cx:pt>
          <cx:pt idx="82">January</cx:pt>
          <cx:pt idx="83">January</cx:pt>
          <cx:pt idx="84">January</cx:pt>
          <cx:pt idx="85">January</cx:pt>
          <cx:pt idx="86">January</cx:pt>
          <cx:pt idx="87">January</cx:pt>
          <cx:pt idx="88">January</cx:pt>
          <cx:pt idx="89">January</cx:pt>
          <cx:pt idx="90">January</cx:pt>
          <cx:pt idx="91">January</cx:pt>
          <cx:pt idx="92">January</cx:pt>
          <cx:pt idx="93">January</cx:pt>
          <cx:pt idx="94">January</cx:pt>
          <cx:pt idx="95">January</cx:pt>
          <cx:pt idx="96">January</cx:pt>
          <cx:pt idx="97">January</cx:pt>
          <cx:pt idx="98">January</cx:pt>
          <cx:pt idx="99">January</cx:pt>
          <cx:pt idx="100">January</cx:pt>
          <cx:pt idx="101">January</cx:pt>
          <cx:pt idx="102">January</cx:pt>
          <cx:pt idx="103">January</cx:pt>
          <cx:pt idx="104">January</cx:pt>
          <cx:pt idx="105">January</cx:pt>
          <cx:pt idx="106">January</cx:pt>
          <cx:pt idx="107">January</cx:pt>
          <cx:pt idx="108">January</cx:pt>
          <cx:pt idx="109">January</cx:pt>
          <cx:pt idx="110">January</cx:pt>
          <cx:pt idx="111">January</cx:pt>
          <cx:pt idx="112">January</cx:pt>
          <cx:pt idx="113">January</cx:pt>
          <cx:pt idx="114">January</cx:pt>
          <cx:pt idx="115">January</cx:pt>
          <cx:pt idx="116">January</cx:pt>
          <cx:pt idx="117">January</cx:pt>
          <cx:pt idx="118">January</cx:pt>
          <cx:pt idx="119">January</cx:pt>
          <cx:pt idx="120">January</cx:pt>
          <cx:pt idx="121">January</cx:pt>
          <cx:pt idx="122">January</cx:pt>
          <cx:pt idx="123">January</cx:pt>
          <cx:pt idx="124">January</cx:pt>
          <cx:pt idx="125">January</cx:pt>
          <cx:pt idx="126">January</cx:pt>
          <cx:pt idx="127">January</cx:pt>
          <cx:pt idx="128">January</cx:pt>
          <cx:pt idx="129">January</cx:pt>
          <cx:pt idx="130">January</cx:pt>
          <cx:pt idx="131">January</cx:pt>
          <cx:pt idx="132">January</cx:pt>
          <cx:pt idx="133">January</cx:pt>
          <cx:pt idx="134">January</cx:pt>
          <cx:pt idx="135">January</cx:pt>
          <cx:pt idx="136">January</cx:pt>
          <cx:pt idx="137">January</cx:pt>
          <cx:pt idx="138">January</cx:pt>
          <cx:pt idx="139">January</cx:pt>
          <cx:pt idx="140">January</cx:pt>
          <cx:pt idx="141">January</cx:pt>
          <cx:pt idx="142">January</cx:pt>
          <cx:pt idx="143">January</cx:pt>
          <cx:pt idx="144">January</cx:pt>
          <cx:pt idx="145">January</cx:pt>
          <cx:pt idx="146">January</cx:pt>
          <cx:pt idx="147">January</cx:pt>
          <cx:pt idx="148">January</cx:pt>
          <cx:pt idx="149">January</cx:pt>
          <cx:pt idx="150">January</cx:pt>
          <cx:pt idx="151">January</cx:pt>
          <cx:pt idx="152">January</cx:pt>
          <cx:pt idx="153">January</cx:pt>
          <cx:pt idx="154">January</cx:pt>
          <cx:pt idx="155">January</cx:pt>
          <cx:pt idx="156">January</cx:pt>
          <cx:pt idx="157">January</cx:pt>
          <cx:pt idx="158">January</cx:pt>
          <cx:pt idx="159">January</cx:pt>
          <cx:pt idx="160">January</cx:pt>
          <cx:pt idx="161">January</cx:pt>
          <cx:pt idx="162">January</cx:pt>
          <cx:pt idx="163">January</cx:pt>
          <cx:pt idx="164">January</cx:pt>
          <cx:pt idx="165">January</cx:pt>
          <cx:pt idx="166">January</cx:pt>
          <cx:pt idx="167">January</cx:pt>
          <cx:pt idx="168">January</cx:pt>
          <cx:pt idx="169">January</cx:pt>
          <cx:pt idx="170">January</cx:pt>
          <cx:pt idx="171">January</cx:pt>
          <cx:pt idx="172">January</cx:pt>
          <cx:pt idx="173">January</cx:pt>
          <cx:pt idx="174">January</cx:pt>
          <cx:pt idx="175">January</cx:pt>
          <cx:pt idx="176">January</cx:pt>
          <cx:pt idx="177">January</cx:pt>
          <cx:pt idx="178">January</cx:pt>
          <cx:pt idx="179">January</cx:pt>
          <cx:pt idx="180">January</cx:pt>
          <cx:pt idx="181">January</cx:pt>
          <cx:pt idx="182">January</cx:pt>
          <cx:pt idx="183">January</cx:pt>
          <cx:pt idx="184">January</cx:pt>
          <cx:pt idx="185">January</cx:pt>
          <cx:pt idx="186">January</cx:pt>
          <cx:pt idx="187">January</cx:pt>
          <cx:pt idx="188">January</cx:pt>
          <cx:pt idx="189">January</cx:pt>
          <cx:pt idx="190">January</cx:pt>
          <cx:pt idx="191">January</cx:pt>
          <cx:pt idx="192">January</cx:pt>
          <cx:pt idx="193">January</cx:pt>
          <cx:pt idx="194">January</cx:pt>
          <cx:pt idx="195">January</cx:pt>
          <cx:pt idx="196">January</cx:pt>
          <cx:pt idx="197">January</cx:pt>
          <cx:pt idx="198">January</cx:pt>
          <cx:pt idx="199">January</cx:pt>
          <cx:pt idx="200">January</cx:pt>
          <cx:pt idx="201">January</cx:pt>
          <cx:pt idx="202">January</cx:pt>
          <cx:pt idx="203">January</cx:pt>
          <cx:pt idx="204">January</cx:pt>
          <cx:pt idx="205">January</cx:pt>
          <cx:pt idx="206">January</cx:pt>
          <cx:pt idx="207">January</cx:pt>
          <cx:pt idx="208">January</cx:pt>
          <cx:pt idx="209">January</cx:pt>
          <cx:pt idx="210">January</cx:pt>
          <cx:pt idx="211">January</cx:pt>
          <cx:pt idx="212">January</cx:pt>
          <cx:pt idx="213">January</cx:pt>
          <cx:pt idx="214">January</cx:pt>
          <cx:pt idx="215">January</cx:pt>
          <cx:pt idx="216">January</cx:pt>
          <cx:pt idx="217">January</cx:pt>
          <cx:pt idx="218">January</cx:pt>
          <cx:pt idx="219">January</cx:pt>
          <cx:pt idx="220">January</cx:pt>
          <cx:pt idx="221">January</cx:pt>
          <cx:pt idx="222">January</cx:pt>
          <cx:pt idx="223">January</cx:pt>
          <cx:pt idx="224">January</cx:pt>
          <cx:pt idx="225">January</cx:pt>
          <cx:pt idx="226">January</cx:pt>
          <cx:pt idx="227">January</cx:pt>
          <cx:pt idx="228">January</cx:pt>
          <cx:pt idx="229">January</cx:pt>
          <cx:pt idx="230">January</cx:pt>
          <cx:pt idx="231">January</cx:pt>
          <cx:pt idx="232">January</cx:pt>
          <cx:pt idx="233">January</cx:pt>
          <cx:pt idx="234">January</cx:pt>
          <cx:pt idx="235">January</cx:pt>
          <cx:pt idx="236">January</cx:pt>
          <cx:pt idx="237">January</cx:pt>
          <cx:pt idx="238">January</cx:pt>
          <cx:pt idx="239">January</cx:pt>
          <cx:pt idx="240">January</cx:pt>
          <cx:pt idx="241">January</cx:pt>
          <cx:pt idx="242">January</cx:pt>
          <cx:pt idx="243">January</cx:pt>
          <cx:pt idx="244">January</cx:pt>
          <cx:pt idx="245">January</cx:pt>
          <cx:pt idx="246">January</cx:pt>
          <cx:pt idx="247">January</cx:pt>
          <cx:pt idx="248">January</cx:pt>
          <cx:pt idx="249">January</cx:pt>
          <cx:pt idx="250">January</cx:pt>
          <cx:pt idx="251">January</cx:pt>
          <cx:pt idx="252">January</cx:pt>
          <cx:pt idx="253">January</cx:pt>
          <cx:pt idx="254">January</cx:pt>
          <cx:pt idx="255">January</cx:pt>
          <cx:pt idx="256">January</cx:pt>
          <cx:pt idx="257">January</cx:pt>
          <cx:pt idx="258">January</cx:pt>
          <cx:pt idx="259">January</cx:pt>
          <cx:pt idx="260">January</cx:pt>
          <cx:pt idx="261">January</cx:pt>
          <cx:pt idx="262">January</cx:pt>
          <cx:pt idx="263">January</cx:pt>
          <cx:pt idx="264">January</cx:pt>
          <cx:pt idx="265">January</cx:pt>
          <cx:pt idx="266">January</cx:pt>
          <cx:pt idx="267">January</cx:pt>
          <cx:pt idx="268">January</cx:pt>
          <cx:pt idx="269">January</cx:pt>
          <cx:pt idx="270">January</cx:pt>
          <cx:pt idx="271">January</cx:pt>
          <cx:pt idx="272">January</cx:pt>
          <cx:pt idx="273">January</cx:pt>
          <cx:pt idx="274">January</cx:pt>
          <cx:pt idx="275">January</cx:pt>
          <cx:pt idx="276">January</cx:pt>
          <cx:pt idx="277">January</cx:pt>
          <cx:pt idx="278">January</cx:pt>
          <cx:pt idx="279">January</cx:pt>
          <cx:pt idx="280">January</cx:pt>
          <cx:pt idx="281">January</cx:pt>
          <cx:pt idx="282">January</cx:pt>
          <cx:pt idx="283">January</cx:pt>
          <cx:pt idx="284">January</cx:pt>
          <cx:pt idx="285">January</cx:pt>
          <cx:pt idx="286">January</cx:pt>
          <cx:pt idx="287">January</cx:pt>
          <cx:pt idx="288">January</cx:pt>
          <cx:pt idx="289">January</cx:pt>
          <cx:pt idx="290">January</cx:pt>
          <cx:pt idx="291">January</cx:pt>
          <cx:pt idx="292">January</cx:pt>
          <cx:pt idx="293">January</cx:pt>
          <cx:pt idx="294">January</cx:pt>
          <cx:pt idx="295">January</cx:pt>
          <cx:pt idx="296">January</cx:pt>
          <cx:pt idx="297">January</cx:pt>
          <cx:pt idx="298">January</cx:pt>
          <cx:pt idx="299">January</cx:pt>
          <cx:pt idx="300">January</cx:pt>
          <cx:pt idx="301">January</cx:pt>
          <cx:pt idx="302">January</cx:pt>
          <cx:pt idx="303">January</cx:pt>
          <cx:pt idx="304">January</cx:pt>
          <cx:pt idx="305">January</cx:pt>
          <cx:pt idx="306">January</cx:pt>
          <cx:pt idx="307">January</cx:pt>
          <cx:pt idx="308">January</cx:pt>
          <cx:pt idx="309">January</cx:pt>
          <cx:pt idx="310">January</cx:pt>
          <cx:pt idx="311">January</cx:pt>
          <cx:pt idx="312">January</cx:pt>
          <cx:pt idx="313">January</cx:pt>
          <cx:pt idx="314">January</cx:pt>
          <cx:pt idx="315">January</cx:pt>
          <cx:pt idx="316">January</cx:pt>
          <cx:pt idx="317">January</cx:pt>
          <cx:pt idx="318">January</cx:pt>
          <cx:pt idx="319">January</cx:pt>
          <cx:pt idx="320">January</cx:pt>
          <cx:pt idx="321">January</cx:pt>
          <cx:pt idx="322">January</cx:pt>
          <cx:pt idx="323">January</cx:pt>
          <cx:pt idx="324">January</cx:pt>
          <cx:pt idx="325">January</cx:pt>
          <cx:pt idx="326">January</cx:pt>
          <cx:pt idx="327">January</cx:pt>
          <cx:pt idx="328">January</cx:pt>
          <cx:pt idx="329">January</cx:pt>
          <cx:pt idx="330">January</cx:pt>
          <cx:pt idx="331">January</cx:pt>
          <cx:pt idx="332">January</cx:pt>
          <cx:pt idx="333">January</cx:pt>
          <cx:pt idx="334">January</cx:pt>
          <cx:pt idx="335">January</cx:pt>
          <cx:pt idx="336">January</cx:pt>
          <cx:pt idx="337">January</cx:pt>
          <cx:pt idx="338">January</cx:pt>
          <cx:pt idx="339">January</cx:pt>
          <cx:pt idx="340">January</cx:pt>
          <cx:pt idx="341">January</cx:pt>
          <cx:pt idx="342">January</cx:pt>
          <cx:pt idx="343">January</cx:pt>
          <cx:pt idx="344">January</cx:pt>
          <cx:pt idx="345">January</cx:pt>
          <cx:pt idx="346">January</cx:pt>
          <cx:pt idx="347">January</cx:pt>
          <cx:pt idx="348">January</cx:pt>
          <cx:pt idx="349">January</cx:pt>
          <cx:pt idx="350">January</cx:pt>
          <cx:pt idx="351">January</cx:pt>
          <cx:pt idx="352">January</cx:pt>
          <cx:pt idx="353">January</cx:pt>
          <cx:pt idx="354">January</cx:pt>
          <cx:pt idx="355">January</cx:pt>
          <cx:pt idx="356">January</cx:pt>
          <cx:pt idx="357">January</cx:pt>
          <cx:pt idx="358">January</cx:pt>
          <cx:pt idx="359">January</cx:pt>
          <cx:pt idx="360">January</cx:pt>
          <cx:pt idx="361">January</cx:pt>
          <cx:pt idx="362">January</cx:pt>
          <cx:pt idx="363">January</cx:pt>
          <cx:pt idx="364">January</cx:pt>
          <cx:pt idx="365">January</cx:pt>
          <cx:pt idx="366">January</cx:pt>
          <cx:pt idx="367">January</cx:pt>
          <cx:pt idx="368">January</cx:pt>
          <cx:pt idx="369">January</cx:pt>
          <cx:pt idx="370">January</cx:pt>
          <cx:pt idx="371">January</cx:pt>
          <cx:pt idx="372">January</cx:pt>
          <cx:pt idx="373">January</cx:pt>
          <cx:pt idx="374">January</cx:pt>
          <cx:pt idx="375">January</cx:pt>
          <cx:pt idx="376">January</cx:pt>
          <cx:pt idx="377">January</cx:pt>
          <cx:pt idx="378">January</cx:pt>
          <cx:pt idx="379">January</cx:pt>
          <cx:pt idx="380">January</cx:pt>
          <cx:pt idx="381">January</cx:pt>
          <cx:pt idx="382">January</cx:pt>
          <cx:pt idx="383">January</cx:pt>
          <cx:pt idx="384">January</cx:pt>
          <cx:pt idx="385">January</cx:pt>
          <cx:pt idx="386">January</cx:pt>
          <cx:pt idx="387">January</cx:pt>
          <cx:pt idx="388">January</cx:pt>
          <cx:pt idx="389">January</cx:pt>
          <cx:pt idx="390">January</cx:pt>
          <cx:pt idx="391">January</cx:pt>
          <cx:pt idx="392">January</cx:pt>
          <cx:pt idx="393">January</cx:pt>
          <cx:pt idx="394">January</cx:pt>
          <cx:pt idx="395">January</cx:pt>
          <cx:pt idx="396">January</cx:pt>
          <cx:pt idx="397">January</cx:pt>
          <cx:pt idx="398">January</cx:pt>
          <cx:pt idx="399">January</cx:pt>
          <cx:pt idx="400">January</cx:pt>
          <cx:pt idx="401">January</cx:pt>
          <cx:pt idx="402">January</cx:pt>
          <cx:pt idx="403">January</cx:pt>
          <cx:pt idx="404">January</cx:pt>
          <cx:pt idx="405">January</cx:pt>
          <cx:pt idx="406">January</cx:pt>
          <cx:pt idx="407">January</cx:pt>
          <cx:pt idx="408">January</cx:pt>
          <cx:pt idx="409">January</cx:pt>
          <cx:pt idx="410">January</cx:pt>
          <cx:pt idx="411">January</cx:pt>
          <cx:pt idx="412">January</cx:pt>
          <cx:pt idx="413">January</cx:pt>
          <cx:pt idx="414">January</cx:pt>
          <cx:pt idx="415">January</cx:pt>
          <cx:pt idx="416">January</cx:pt>
          <cx:pt idx="417">January</cx:pt>
          <cx:pt idx="418">January</cx:pt>
          <cx:pt idx="419">January</cx:pt>
          <cx:pt idx="420">January</cx:pt>
          <cx:pt idx="421">January</cx:pt>
          <cx:pt idx="422">January</cx:pt>
          <cx:pt idx="423">January</cx:pt>
          <cx:pt idx="424">January</cx:pt>
          <cx:pt idx="425">January</cx:pt>
          <cx:pt idx="426">January</cx:pt>
          <cx:pt idx="427">January</cx:pt>
          <cx:pt idx="428">January</cx:pt>
          <cx:pt idx="429">January</cx:pt>
          <cx:pt idx="430">January</cx:pt>
          <cx:pt idx="431">January</cx:pt>
          <cx:pt idx="432">January</cx:pt>
          <cx:pt idx="433">January</cx:pt>
          <cx:pt idx="434">January</cx:pt>
          <cx:pt idx="435">January</cx:pt>
          <cx:pt idx="436">January</cx:pt>
          <cx:pt idx="437">January</cx:pt>
          <cx:pt idx="438">January</cx:pt>
          <cx:pt idx="439">January</cx:pt>
          <cx:pt idx="440">January</cx:pt>
          <cx:pt idx="441">January</cx:pt>
          <cx:pt idx="442">January</cx:pt>
          <cx:pt idx="443">January</cx:pt>
          <cx:pt idx="444">January</cx:pt>
          <cx:pt idx="445">January</cx:pt>
          <cx:pt idx="446">January</cx:pt>
          <cx:pt idx="447">January</cx:pt>
          <cx:pt idx="448">January</cx:pt>
          <cx:pt idx="449">January</cx:pt>
          <cx:pt idx="450">January</cx:pt>
          <cx:pt idx="451">January</cx:pt>
          <cx:pt idx="452">January</cx:pt>
          <cx:pt idx="453">January</cx:pt>
          <cx:pt idx="454">January</cx:pt>
          <cx:pt idx="455">January</cx:pt>
          <cx:pt idx="456">January</cx:pt>
          <cx:pt idx="457">January</cx:pt>
          <cx:pt idx="458">January</cx:pt>
          <cx:pt idx="459">January</cx:pt>
          <cx:pt idx="460">January</cx:pt>
          <cx:pt idx="461">January</cx:pt>
          <cx:pt idx="462">January</cx:pt>
          <cx:pt idx="463">January</cx:pt>
          <cx:pt idx="464">January</cx:pt>
          <cx:pt idx="465">January</cx:pt>
          <cx:pt idx="466">January</cx:pt>
          <cx:pt idx="467">January</cx:pt>
          <cx:pt idx="468">January</cx:pt>
          <cx:pt idx="469">January</cx:pt>
          <cx:pt idx="470">January</cx:pt>
          <cx:pt idx="471">January</cx:pt>
          <cx:pt idx="472">January</cx:pt>
          <cx:pt idx="473">January</cx:pt>
          <cx:pt idx="474">January</cx:pt>
          <cx:pt idx="475">January</cx:pt>
          <cx:pt idx="476">January</cx:pt>
          <cx:pt idx="477">January</cx:pt>
          <cx:pt idx="478">January</cx:pt>
          <cx:pt idx="479">January</cx:pt>
          <cx:pt idx="480">January</cx:pt>
          <cx:pt idx="481">January</cx:pt>
          <cx:pt idx="482">January</cx:pt>
          <cx:pt idx="483">January</cx:pt>
          <cx:pt idx="484">January</cx:pt>
          <cx:pt idx="485">January</cx:pt>
          <cx:pt idx="486">January</cx:pt>
          <cx:pt idx="487">January</cx:pt>
          <cx:pt idx="488">January</cx:pt>
          <cx:pt idx="489">January</cx:pt>
          <cx:pt idx="490">January</cx:pt>
          <cx:pt idx="491">January</cx:pt>
          <cx:pt idx="492">January</cx:pt>
          <cx:pt idx="493">January</cx:pt>
          <cx:pt idx="494">January</cx:pt>
          <cx:pt idx="495">January</cx:pt>
          <cx:pt idx="496">January</cx:pt>
          <cx:pt idx="497">January</cx:pt>
          <cx:pt idx="498">January</cx:pt>
          <cx:pt idx="499">January</cx:pt>
          <cx:pt idx="500">January</cx:pt>
          <cx:pt idx="501">January</cx:pt>
          <cx:pt idx="502">January</cx:pt>
          <cx:pt idx="503">January</cx:pt>
          <cx:pt idx="504">January</cx:pt>
          <cx:pt idx="505">January</cx:pt>
          <cx:pt idx="506">January</cx:pt>
          <cx:pt idx="507">January</cx:pt>
          <cx:pt idx="508">January</cx:pt>
          <cx:pt idx="509">January</cx:pt>
          <cx:pt idx="510">January</cx:pt>
          <cx:pt idx="511">January</cx:pt>
          <cx:pt idx="512">January</cx:pt>
          <cx:pt idx="513">January</cx:pt>
          <cx:pt idx="514">January</cx:pt>
          <cx:pt idx="515">January</cx:pt>
          <cx:pt idx="516">January</cx:pt>
          <cx:pt idx="517">January</cx:pt>
          <cx:pt idx="518">January</cx:pt>
          <cx:pt idx="519">January</cx:pt>
          <cx:pt idx="520">January</cx:pt>
          <cx:pt idx="521">January</cx:pt>
          <cx:pt idx="522">January</cx:pt>
          <cx:pt idx="523">January</cx:pt>
          <cx:pt idx="524">January</cx:pt>
          <cx:pt idx="525">January</cx:pt>
          <cx:pt idx="526">January</cx:pt>
          <cx:pt idx="527">January</cx:pt>
          <cx:pt idx="528">January</cx:pt>
          <cx:pt idx="529">January</cx:pt>
          <cx:pt idx="530">January</cx:pt>
          <cx:pt idx="531">January</cx:pt>
          <cx:pt idx="532">January</cx:pt>
          <cx:pt idx="533">January</cx:pt>
          <cx:pt idx="534">January</cx:pt>
          <cx:pt idx="535">January</cx:pt>
          <cx:pt idx="536">January</cx:pt>
          <cx:pt idx="537">January</cx:pt>
          <cx:pt idx="538">January</cx:pt>
          <cx:pt idx="539">January</cx:pt>
          <cx:pt idx="540">January</cx:pt>
          <cx:pt idx="541">January</cx:pt>
          <cx:pt idx="542">January</cx:pt>
          <cx:pt idx="543">January</cx:pt>
          <cx:pt idx="544">January</cx:pt>
          <cx:pt idx="545">January</cx:pt>
          <cx:pt idx="546">January</cx:pt>
          <cx:pt idx="547">January</cx:pt>
          <cx:pt idx="548">January</cx:pt>
          <cx:pt idx="549">January</cx:pt>
          <cx:pt idx="550">January</cx:pt>
          <cx:pt idx="551">January</cx:pt>
          <cx:pt idx="552">January</cx:pt>
          <cx:pt idx="553">January</cx:pt>
          <cx:pt idx="554">January</cx:pt>
          <cx:pt idx="555">January</cx:pt>
          <cx:pt idx="556">January</cx:pt>
          <cx:pt idx="557">January</cx:pt>
          <cx:pt idx="558">January</cx:pt>
          <cx:pt idx="559">January</cx:pt>
          <cx:pt idx="560">January</cx:pt>
          <cx:pt idx="561">January</cx:pt>
          <cx:pt idx="562">January</cx:pt>
          <cx:pt idx="563">January</cx:pt>
          <cx:pt idx="564">January</cx:pt>
          <cx:pt idx="565">January</cx:pt>
          <cx:pt idx="566">January</cx:pt>
          <cx:pt idx="567">January</cx:pt>
          <cx:pt idx="568">January</cx:pt>
          <cx:pt idx="569">January</cx:pt>
          <cx:pt idx="570">January</cx:pt>
          <cx:pt idx="571">January</cx:pt>
          <cx:pt idx="572">January</cx:pt>
          <cx:pt idx="573">January</cx:pt>
          <cx:pt idx="574">January</cx:pt>
          <cx:pt idx="575">January</cx:pt>
          <cx:pt idx="576">January</cx:pt>
          <cx:pt idx="577">January</cx:pt>
          <cx:pt idx="578">January</cx:pt>
          <cx:pt idx="579">January</cx:pt>
          <cx:pt idx="580">January</cx:pt>
          <cx:pt idx="581">January</cx:pt>
          <cx:pt idx="582">January</cx:pt>
          <cx:pt idx="583">January</cx:pt>
          <cx:pt idx="584">January</cx:pt>
          <cx:pt idx="585">January</cx:pt>
          <cx:pt idx="586">January</cx:pt>
          <cx:pt idx="587">January</cx:pt>
          <cx:pt idx="588">January</cx:pt>
          <cx:pt idx="589">January</cx:pt>
          <cx:pt idx="590">January</cx:pt>
          <cx:pt idx="591">January</cx:pt>
          <cx:pt idx="592">January</cx:pt>
          <cx:pt idx="593">January</cx:pt>
          <cx:pt idx="594">January</cx:pt>
          <cx:pt idx="595">January</cx:pt>
          <cx:pt idx="596">January</cx:pt>
          <cx:pt idx="597">January</cx:pt>
          <cx:pt idx="598">January</cx:pt>
          <cx:pt idx="599">January</cx:pt>
          <cx:pt idx="600">January</cx:pt>
          <cx:pt idx="601">January</cx:pt>
          <cx:pt idx="602">January</cx:pt>
          <cx:pt idx="603">January</cx:pt>
          <cx:pt idx="604">January</cx:pt>
          <cx:pt idx="605">January</cx:pt>
          <cx:pt idx="606">January</cx:pt>
          <cx:pt idx="607">January</cx:pt>
          <cx:pt idx="608">January</cx:pt>
          <cx:pt idx="609">January</cx:pt>
          <cx:pt idx="610">January</cx:pt>
          <cx:pt idx="611">January</cx:pt>
          <cx:pt idx="612">January</cx:pt>
          <cx:pt idx="613">January</cx:pt>
          <cx:pt idx="614">January</cx:pt>
          <cx:pt idx="615">January</cx:pt>
          <cx:pt idx="616">January</cx:pt>
          <cx:pt idx="617">January</cx:pt>
          <cx:pt idx="618">January</cx:pt>
          <cx:pt idx="619">January</cx:pt>
          <cx:pt idx="620">January</cx:pt>
          <cx:pt idx="621">January</cx:pt>
          <cx:pt idx="622">January</cx:pt>
          <cx:pt idx="623">January</cx:pt>
          <cx:pt idx="624">January</cx:pt>
          <cx:pt idx="625">January</cx:pt>
          <cx:pt idx="626">January</cx:pt>
          <cx:pt idx="627">January</cx:pt>
          <cx:pt idx="628">January</cx:pt>
          <cx:pt idx="629">January</cx:pt>
          <cx:pt idx="630">January</cx:pt>
          <cx:pt idx="631">January</cx:pt>
          <cx:pt idx="632">January</cx:pt>
          <cx:pt idx="633">January</cx:pt>
          <cx:pt idx="634">January</cx:pt>
          <cx:pt idx="635">January</cx:pt>
          <cx:pt idx="636">January</cx:pt>
          <cx:pt idx="637">January</cx:pt>
          <cx:pt idx="638">January</cx:pt>
          <cx:pt idx="639">January</cx:pt>
          <cx:pt idx="640">January</cx:pt>
          <cx:pt idx="641">January</cx:pt>
          <cx:pt idx="642">January</cx:pt>
          <cx:pt idx="643">January</cx:pt>
          <cx:pt idx="644">January</cx:pt>
          <cx:pt idx="645">January</cx:pt>
          <cx:pt idx="646">January</cx:pt>
          <cx:pt idx="647">January</cx:pt>
          <cx:pt idx="648">January</cx:pt>
          <cx:pt idx="649">January</cx:pt>
          <cx:pt idx="650">January</cx:pt>
          <cx:pt idx="651">January</cx:pt>
          <cx:pt idx="652">January</cx:pt>
          <cx:pt idx="653">January</cx:pt>
          <cx:pt idx="654">January</cx:pt>
          <cx:pt idx="655">January</cx:pt>
          <cx:pt idx="656">January</cx:pt>
          <cx:pt idx="657">January</cx:pt>
          <cx:pt idx="658">January</cx:pt>
          <cx:pt idx="659">January</cx:pt>
          <cx:pt idx="660">January</cx:pt>
          <cx:pt idx="661">January</cx:pt>
          <cx:pt idx="662">January</cx:pt>
          <cx:pt idx="663">January</cx:pt>
          <cx:pt idx="664">January</cx:pt>
          <cx:pt idx="665">January</cx:pt>
          <cx:pt idx="666">January</cx:pt>
          <cx:pt idx="667">January</cx:pt>
          <cx:pt idx="668">January</cx:pt>
          <cx:pt idx="669">January</cx:pt>
          <cx:pt idx="670">January</cx:pt>
          <cx:pt idx="671">January</cx:pt>
          <cx:pt idx="672">January</cx:pt>
          <cx:pt idx="673">January</cx:pt>
          <cx:pt idx="674">January</cx:pt>
          <cx:pt idx="675">January</cx:pt>
          <cx:pt idx="676">January</cx:pt>
          <cx:pt idx="677">January</cx:pt>
          <cx:pt idx="678">January</cx:pt>
          <cx:pt idx="679">Febraury</cx:pt>
          <cx:pt idx="680">Febraury</cx:pt>
          <cx:pt idx="681">Febraury</cx:pt>
          <cx:pt idx="682">Febraury</cx:pt>
          <cx:pt idx="683">Febraury</cx:pt>
          <cx:pt idx="684">Febraury</cx:pt>
          <cx:pt idx="685">Febraury</cx:pt>
          <cx:pt idx="686">Febraury</cx:pt>
          <cx:pt idx="687">Febraury</cx:pt>
          <cx:pt idx="688">Febraury</cx:pt>
          <cx:pt idx="689">Febraury</cx:pt>
          <cx:pt idx="690">Febraury</cx:pt>
          <cx:pt idx="691">Febraury</cx:pt>
          <cx:pt idx="692">Febraury</cx:pt>
          <cx:pt idx="693">Febraury</cx:pt>
          <cx:pt idx="694">Febraury</cx:pt>
          <cx:pt idx="695">Febraury</cx:pt>
          <cx:pt idx="696">Febraury</cx:pt>
          <cx:pt idx="697">Febraury</cx:pt>
          <cx:pt idx="698">Febraury</cx:pt>
          <cx:pt idx="699">Febraury</cx:pt>
          <cx:pt idx="700">Febraury</cx:pt>
          <cx:pt idx="701">Febraury</cx:pt>
          <cx:pt idx="702">Febraury</cx:pt>
          <cx:pt idx="703">Febraury</cx:pt>
          <cx:pt idx="704">Febraury</cx:pt>
          <cx:pt idx="705">Febraury</cx:pt>
          <cx:pt idx="706">Febraury</cx:pt>
          <cx:pt idx="707">Febraury</cx:pt>
          <cx:pt idx="708">Febraury</cx:pt>
          <cx:pt idx="709">Febraury</cx:pt>
          <cx:pt idx="710">Febraury</cx:pt>
          <cx:pt idx="711">Febraury</cx:pt>
          <cx:pt idx="712">Febraury</cx:pt>
          <cx:pt idx="713">Febraury</cx:pt>
          <cx:pt idx="714">Febraury</cx:pt>
          <cx:pt idx="715">Febraury</cx:pt>
          <cx:pt idx="716">Febraury</cx:pt>
          <cx:pt idx="717">Febraury</cx:pt>
          <cx:pt idx="718">Febraury</cx:pt>
          <cx:pt idx="719">Febraury</cx:pt>
          <cx:pt idx="720">Febraury</cx:pt>
          <cx:pt idx="721">Febraury</cx:pt>
          <cx:pt idx="722">Febraury</cx:pt>
          <cx:pt idx="723">Febraury</cx:pt>
          <cx:pt idx="724">Febraury</cx:pt>
          <cx:pt idx="725">Febraury</cx:pt>
          <cx:pt idx="726">Febraury</cx:pt>
          <cx:pt idx="727">Febraury</cx:pt>
          <cx:pt idx="728">Febraury</cx:pt>
          <cx:pt idx="729">Febraury</cx:pt>
          <cx:pt idx="730">Febraury</cx:pt>
          <cx:pt idx="731">Febraury</cx:pt>
          <cx:pt idx="732">Febraury</cx:pt>
          <cx:pt idx="733">Febraury</cx:pt>
          <cx:pt idx="734">Febraury</cx:pt>
          <cx:pt idx="735">Febraury</cx:pt>
          <cx:pt idx="736">Febraury</cx:pt>
          <cx:pt idx="737">Febraury</cx:pt>
          <cx:pt idx="738">Febraury</cx:pt>
          <cx:pt idx="739">Febraury</cx:pt>
          <cx:pt idx="740">Febraury</cx:pt>
          <cx:pt idx="741">Febraury</cx:pt>
          <cx:pt idx="742">Febraury</cx:pt>
          <cx:pt idx="743">Febraury</cx:pt>
          <cx:pt idx="744">Febraury</cx:pt>
          <cx:pt idx="745">Febraury</cx:pt>
          <cx:pt idx="746">Febraury</cx:pt>
          <cx:pt idx="747">Febraury</cx:pt>
          <cx:pt idx="748">Febraury</cx:pt>
          <cx:pt idx="749">Febraury</cx:pt>
          <cx:pt idx="750">Febraury</cx:pt>
          <cx:pt idx="751">Febraury</cx:pt>
          <cx:pt idx="752">Febraury</cx:pt>
          <cx:pt idx="753">Febraury</cx:pt>
          <cx:pt idx="754">Febraury</cx:pt>
          <cx:pt idx="755">Febraury</cx:pt>
          <cx:pt idx="756">Febraury</cx:pt>
          <cx:pt idx="757">Febraury</cx:pt>
          <cx:pt idx="758">Febraury</cx:pt>
          <cx:pt idx="759">Febraury</cx:pt>
          <cx:pt idx="760">Febraury</cx:pt>
          <cx:pt idx="761">Febraury</cx:pt>
          <cx:pt idx="762">Febraury</cx:pt>
          <cx:pt idx="763">Febraury</cx:pt>
          <cx:pt idx="764">Febraury</cx:pt>
          <cx:pt idx="765">Febraury</cx:pt>
          <cx:pt idx="766">Febraury</cx:pt>
          <cx:pt idx="767">Febraury</cx:pt>
          <cx:pt idx="768">Febraury</cx:pt>
          <cx:pt idx="769">Febraury</cx:pt>
          <cx:pt idx="770">Febraury</cx:pt>
          <cx:pt idx="771">Febraury</cx:pt>
          <cx:pt idx="772">Febraury</cx:pt>
          <cx:pt idx="773">Febraury</cx:pt>
          <cx:pt idx="774">Febraury</cx:pt>
          <cx:pt idx="775">Febraury</cx:pt>
          <cx:pt idx="776">Febraury</cx:pt>
          <cx:pt idx="777">Febraury</cx:pt>
          <cx:pt idx="778">Febraury</cx:pt>
          <cx:pt idx="779">Febraury</cx:pt>
          <cx:pt idx="780">Febraury</cx:pt>
          <cx:pt idx="781">Febraury</cx:pt>
          <cx:pt idx="782">Febraury</cx:pt>
          <cx:pt idx="783">Febraury</cx:pt>
          <cx:pt idx="784">Febraury</cx:pt>
          <cx:pt idx="785">Febraury</cx:pt>
          <cx:pt idx="786">Febraury</cx:pt>
          <cx:pt idx="787">Febraury</cx:pt>
          <cx:pt idx="788">Febraury</cx:pt>
          <cx:pt idx="789">Febraury</cx:pt>
          <cx:pt idx="790">Febraury</cx:pt>
          <cx:pt idx="791">Febraury</cx:pt>
          <cx:pt idx="792">Febraury</cx:pt>
          <cx:pt idx="793">Febraury</cx:pt>
          <cx:pt idx="794">Febraury</cx:pt>
          <cx:pt idx="795">Febraury</cx:pt>
          <cx:pt idx="796">Febraury</cx:pt>
          <cx:pt idx="797">Febraury</cx:pt>
          <cx:pt idx="798">Febraury</cx:pt>
          <cx:pt idx="799">Febraury</cx:pt>
          <cx:pt idx="800">Febraury</cx:pt>
          <cx:pt idx="801">Febraury</cx:pt>
          <cx:pt idx="802">Febraury</cx:pt>
          <cx:pt idx="803">Febraury</cx:pt>
          <cx:pt idx="804">Febraury</cx:pt>
          <cx:pt idx="805">Febraury</cx:pt>
          <cx:pt idx="806">Febraury</cx:pt>
          <cx:pt idx="807">Febraury</cx:pt>
          <cx:pt idx="808">Febraury</cx:pt>
          <cx:pt idx="809">Febraury</cx:pt>
          <cx:pt idx="810">Febraury</cx:pt>
          <cx:pt idx="811">Febraury</cx:pt>
          <cx:pt idx="812">Febraury</cx:pt>
          <cx:pt idx="813">Febraury</cx:pt>
          <cx:pt idx="814">Febraury</cx:pt>
          <cx:pt idx="815">Febraury</cx:pt>
          <cx:pt idx="816">Febraury</cx:pt>
          <cx:pt idx="817">Febraury</cx:pt>
          <cx:pt idx="818">Febraury</cx:pt>
          <cx:pt idx="819">Febraury</cx:pt>
          <cx:pt idx="820">Febraury</cx:pt>
          <cx:pt idx="821">Febraury</cx:pt>
          <cx:pt idx="822">Febraury</cx:pt>
          <cx:pt idx="823">Febraury</cx:pt>
          <cx:pt idx="824">Febraury</cx:pt>
          <cx:pt idx="825">Febraury</cx:pt>
          <cx:pt idx="826">Febraury</cx:pt>
          <cx:pt idx="827">Febraury</cx:pt>
          <cx:pt idx="828">Febraury</cx:pt>
          <cx:pt idx="829">Febraury</cx:pt>
          <cx:pt idx="830">Febraury</cx:pt>
          <cx:pt idx="831">Febraury</cx:pt>
          <cx:pt idx="832">Febraury</cx:pt>
          <cx:pt idx="833">Febraury</cx:pt>
          <cx:pt idx="834">Febraury</cx:pt>
          <cx:pt idx="835">Febraury</cx:pt>
          <cx:pt idx="836">Febraury</cx:pt>
          <cx:pt idx="837">Febraury</cx:pt>
          <cx:pt idx="838">Febraury</cx:pt>
          <cx:pt idx="839">Febraury</cx:pt>
          <cx:pt idx="840">Febraury</cx:pt>
          <cx:pt idx="841">Febraury</cx:pt>
          <cx:pt idx="842">Febraury</cx:pt>
          <cx:pt idx="843">Febraury</cx:pt>
          <cx:pt idx="844">Febraury</cx:pt>
          <cx:pt idx="845">Febraury</cx:pt>
          <cx:pt idx="846">Febraury</cx:pt>
          <cx:pt idx="847">Febraury</cx:pt>
          <cx:pt idx="848">Febraury</cx:pt>
          <cx:pt idx="849">Febraury</cx:pt>
          <cx:pt idx="850">Febraury</cx:pt>
          <cx:pt idx="851">Febraury</cx:pt>
          <cx:pt idx="852">Febraury</cx:pt>
          <cx:pt idx="853">Febraury</cx:pt>
          <cx:pt idx="854">Febraury</cx:pt>
          <cx:pt idx="855">Febraury</cx:pt>
          <cx:pt idx="856">Febraury</cx:pt>
          <cx:pt idx="857">Febraury</cx:pt>
          <cx:pt idx="858">Febraury</cx:pt>
          <cx:pt idx="859">Febraury</cx:pt>
          <cx:pt idx="860">Febraury</cx:pt>
          <cx:pt idx="861">Febraury</cx:pt>
          <cx:pt idx="862">Febraury</cx:pt>
          <cx:pt idx="863">Febraury</cx:pt>
          <cx:pt idx="864">Febraury</cx:pt>
          <cx:pt idx="865">Febraury</cx:pt>
          <cx:pt idx="866">Febraury</cx:pt>
          <cx:pt idx="867">Febraury</cx:pt>
          <cx:pt idx="868">Febraury</cx:pt>
          <cx:pt idx="869">Febraury</cx:pt>
          <cx:pt idx="870">Febraury</cx:pt>
          <cx:pt idx="871">Febraury</cx:pt>
          <cx:pt idx="872">Febraury</cx:pt>
          <cx:pt idx="873">Febraury</cx:pt>
          <cx:pt idx="874">Febraury</cx:pt>
          <cx:pt idx="875">Febraury</cx:pt>
          <cx:pt idx="876">Febraury</cx:pt>
          <cx:pt idx="877">Febraury</cx:pt>
          <cx:pt idx="878">Febraury</cx:pt>
          <cx:pt idx="879">Febraury</cx:pt>
          <cx:pt idx="880">Febraury</cx:pt>
          <cx:pt idx="881">Febraury</cx:pt>
          <cx:pt idx="882">Febraury</cx:pt>
          <cx:pt idx="883">Febraury</cx:pt>
          <cx:pt idx="884">Febraury</cx:pt>
          <cx:pt idx="885">Febraury</cx:pt>
          <cx:pt idx="886">Febraury</cx:pt>
          <cx:pt idx="887">Febraury</cx:pt>
          <cx:pt idx="888">Febraury</cx:pt>
          <cx:pt idx="889">Febraury</cx:pt>
          <cx:pt idx="890">Febraury</cx:pt>
          <cx:pt idx="891">Febraury</cx:pt>
          <cx:pt idx="892">Febraury</cx:pt>
          <cx:pt idx="893">Febraury</cx:pt>
          <cx:pt idx="894">Febraury</cx:pt>
          <cx:pt idx="895">Febraury</cx:pt>
          <cx:pt idx="896">Febraury</cx:pt>
          <cx:pt idx="897">Febraury</cx:pt>
          <cx:pt idx="898">Febraury</cx:pt>
          <cx:pt idx="899">Febraury</cx:pt>
          <cx:pt idx="900">Febraury</cx:pt>
          <cx:pt idx="901">Febraury</cx:pt>
          <cx:pt idx="902">Febraury</cx:pt>
          <cx:pt idx="903">Febraury</cx:pt>
          <cx:pt idx="904">Febraury</cx:pt>
          <cx:pt idx="905">Febraury</cx:pt>
          <cx:pt idx="906">Febraury</cx:pt>
          <cx:pt idx="907">Febraury</cx:pt>
          <cx:pt idx="908">Febraury</cx:pt>
          <cx:pt idx="909">Febraury</cx:pt>
          <cx:pt idx="910">Febraury</cx:pt>
          <cx:pt idx="911">Febraury</cx:pt>
          <cx:pt idx="912">Febraury</cx:pt>
          <cx:pt idx="913">Febraury</cx:pt>
          <cx:pt idx="914">Febraury</cx:pt>
          <cx:pt idx="915">Febraury</cx:pt>
          <cx:pt idx="916">Febraury</cx:pt>
          <cx:pt idx="917">Febraury</cx:pt>
          <cx:pt idx="918">Febraury</cx:pt>
          <cx:pt idx="919">Febraury</cx:pt>
          <cx:pt idx="920">Febraury</cx:pt>
          <cx:pt idx="921">Febraury</cx:pt>
          <cx:pt idx="922">Febraury</cx:pt>
          <cx:pt idx="923">Febraury</cx:pt>
          <cx:pt idx="924">Febraury</cx:pt>
          <cx:pt idx="925">Febraury</cx:pt>
          <cx:pt idx="926">Febraury</cx:pt>
          <cx:pt idx="927">Febraury</cx:pt>
          <cx:pt idx="928">Febraury</cx:pt>
          <cx:pt idx="929">Febraury</cx:pt>
          <cx:pt idx="930">Febraury</cx:pt>
          <cx:pt idx="931">Febraury</cx:pt>
          <cx:pt idx="932">Febraury</cx:pt>
          <cx:pt idx="933">Febraury</cx:pt>
          <cx:pt idx="934">Febraury</cx:pt>
          <cx:pt idx="935">Febraury</cx:pt>
          <cx:pt idx="936">Febraury</cx:pt>
          <cx:pt idx="937">Febraury</cx:pt>
          <cx:pt idx="938">Febraury</cx:pt>
          <cx:pt idx="939">Febraury</cx:pt>
          <cx:pt idx="940">Febraury</cx:pt>
          <cx:pt idx="941">Febraury</cx:pt>
          <cx:pt idx="942">Febraury</cx:pt>
          <cx:pt idx="943">Febraury</cx:pt>
          <cx:pt idx="944">Febraury</cx:pt>
          <cx:pt idx="945">Febraury</cx:pt>
          <cx:pt idx="946">Febraury</cx:pt>
          <cx:pt idx="947">Febraury</cx:pt>
          <cx:pt idx="948">Febraury</cx:pt>
          <cx:pt idx="949">Febraury</cx:pt>
          <cx:pt idx="950">Febraury</cx:pt>
          <cx:pt idx="951">Febraury</cx:pt>
          <cx:pt idx="952">Febraury</cx:pt>
          <cx:pt idx="953">Febraury</cx:pt>
          <cx:pt idx="954">Febraury</cx:pt>
          <cx:pt idx="955">Febraury</cx:pt>
          <cx:pt idx="956">Febraury</cx:pt>
          <cx:pt idx="957">Febraury</cx:pt>
          <cx:pt idx="958">Febraury</cx:pt>
          <cx:pt idx="959">Febraury</cx:pt>
          <cx:pt idx="960">Febraury</cx:pt>
          <cx:pt idx="961">Febraury</cx:pt>
          <cx:pt idx="962">Febraury</cx:pt>
          <cx:pt idx="963">Febraury</cx:pt>
          <cx:pt idx="964">Febraury</cx:pt>
          <cx:pt idx="965">Febraury</cx:pt>
          <cx:pt idx="966">Febraury</cx:pt>
          <cx:pt idx="967">Febraury</cx:pt>
          <cx:pt idx="968">Febraury</cx:pt>
          <cx:pt idx="969">Febraury</cx:pt>
          <cx:pt idx="970">Febraury</cx:pt>
          <cx:pt idx="971">Febraury</cx:pt>
          <cx:pt idx="972">Febraury</cx:pt>
          <cx:pt idx="973">Febraury</cx:pt>
          <cx:pt idx="974">Febraury</cx:pt>
          <cx:pt idx="975">Febraury</cx:pt>
          <cx:pt idx="976">Febraury</cx:pt>
          <cx:pt idx="977">Febraury</cx:pt>
          <cx:pt idx="978">Febraury</cx:pt>
          <cx:pt idx="979">Febraury</cx:pt>
          <cx:pt idx="980">Febraury</cx:pt>
          <cx:pt idx="981">Febraury</cx:pt>
          <cx:pt idx="982">Febraury</cx:pt>
          <cx:pt idx="983">Febraury</cx:pt>
          <cx:pt idx="984">Febraury</cx:pt>
          <cx:pt idx="985">Febraury</cx:pt>
          <cx:pt idx="986">Febraury</cx:pt>
          <cx:pt idx="987">Febraury</cx:pt>
          <cx:pt idx="988">Febraury</cx:pt>
          <cx:pt idx="989">Febraury</cx:pt>
          <cx:pt idx="990">Febraury</cx:pt>
          <cx:pt idx="991">January</cx:pt>
          <cx:pt idx="992">January</cx:pt>
          <cx:pt idx="993">January</cx:pt>
          <cx:pt idx="994">January</cx:pt>
          <cx:pt idx="995">January</cx:pt>
          <cx:pt idx="996">January</cx:pt>
          <cx:pt idx="997">January</cx:pt>
          <cx:pt idx="998">January</cx:pt>
          <cx:pt idx="999">January</cx:pt>
        </cx:lvl>
        <cx:lvl ptCount="1000">
          <cx:pt idx="0">Good Climate</cx:pt>
          <cx:pt idx="1">Good Climate</cx:pt>
          <cx:pt idx="2">Good Climate</cx:pt>
          <cx:pt idx="3">Good Climate</cx:pt>
          <cx:pt idx="4">Good Climate</cx:pt>
          <cx:pt idx="5">Mild Climate</cx:pt>
          <cx:pt idx="6">Good Climate</cx:pt>
          <cx:pt idx="7">Good Climate</cx:pt>
          <cx:pt idx="8">Good Climate</cx:pt>
          <cx:pt idx="9">Good Climate</cx:pt>
          <cx:pt idx="10">Good Climate</cx:pt>
          <cx:pt idx="11">Good Climate</cx:pt>
          <cx:pt idx="12">Good Climate</cx:pt>
          <cx:pt idx="13">Mild Climate</cx:pt>
          <cx:pt idx="14">Mild Climate</cx:pt>
          <cx:pt idx="15">Mild Climate</cx:pt>
          <cx:pt idx="16">Mild Climate</cx:pt>
          <cx:pt idx="17">Mild Climate</cx:pt>
          <cx:pt idx="18">W</cx:pt>
          <cx:pt idx="19">Rainy Climate</cx:pt>
          <cx:pt idx="20">Mild Climate</cx:pt>
          <cx:pt idx="21">Mild Climate</cx:pt>
          <cx:pt idx="22">Mild Climate</cx:pt>
          <cx:pt idx="23">Mild Climate</cx:pt>
          <cx:pt idx="24">Mild Climate</cx:pt>
          <cx:pt idx="25">Mild Climate</cx:pt>
          <cx:pt idx="26">Mild Climate</cx:pt>
          <cx:pt idx="27">Mild Climate</cx:pt>
          <cx:pt idx="28">Mild Climate</cx:pt>
          <cx:pt idx="29">Rainy Climate</cx:pt>
          <cx:pt idx="30">Mild Climate</cx:pt>
          <cx:pt idx="31">Rainy Climate</cx:pt>
          <cx:pt idx="32">Mild Climate</cx:pt>
          <cx:pt idx="33">Mild Climate</cx:pt>
          <cx:pt idx="34">Mild Climate</cx:pt>
          <cx:pt idx="35">Mild Climate</cx:pt>
          <cx:pt idx="36">Mild Climate</cx:pt>
          <cx:pt idx="37">Rainy Climate</cx:pt>
          <cx:pt idx="38">Rainy Climate</cx:pt>
          <cx:pt idx="39">Rainy Climate</cx:pt>
          <cx:pt idx="40">Good Climate</cx:pt>
          <cx:pt idx="41">Mild Climate</cx:pt>
          <cx:pt idx="42">Good Climate</cx:pt>
          <cx:pt idx="43">Good Climate</cx:pt>
          <cx:pt idx="44">Good Climate</cx:pt>
          <cx:pt idx="45">Good Climate</cx:pt>
          <cx:pt idx="46">Good Climate</cx:pt>
          <cx:pt idx="47">Good Climate</cx:pt>
          <cx:pt idx="48">Good Climate</cx:pt>
          <cx:pt idx="49">Good Climate</cx:pt>
          <cx:pt idx="50">Good Climate</cx:pt>
          <cx:pt idx="51">Good Climate</cx:pt>
          <cx:pt idx="52">Good Climate</cx:pt>
          <cx:pt idx="53">Good Climate</cx:pt>
          <cx:pt idx="54">Good Climate</cx:pt>
          <cx:pt idx="55">Good Climate</cx:pt>
          <cx:pt idx="56">Good Climate</cx:pt>
          <cx:pt idx="57">Good Climate</cx:pt>
          <cx:pt idx="58">Good Climate</cx:pt>
          <cx:pt idx="59">Good Climate</cx:pt>
          <cx:pt idx="60">Good Climate</cx:pt>
          <cx:pt idx="61">Good Climate</cx:pt>
          <cx:pt idx="62">Good Climate</cx:pt>
          <cx:pt idx="63">Good Climate</cx:pt>
          <cx:pt idx="64">Good Climate</cx:pt>
          <cx:pt idx="65">Good Climate</cx:pt>
          <cx:pt idx="66">Good Climate</cx:pt>
          <cx:pt idx="67">Good Climate</cx:pt>
          <cx:pt idx="68">Good Climate</cx:pt>
          <cx:pt idx="69">Good Climate</cx:pt>
          <cx:pt idx="70">Good Climate</cx:pt>
          <cx:pt idx="71">Good Climate</cx:pt>
          <cx:pt idx="72">Good Climate</cx:pt>
          <cx:pt idx="73">Good Climate</cx:pt>
          <cx:pt idx="74">Good Climate</cx:pt>
          <cx:pt idx="75">Good Climate</cx:pt>
          <cx:pt idx="76">Good Climate</cx:pt>
          <cx:pt idx="77">Good Climate</cx:pt>
          <cx:pt idx="78">Mild Climate</cx:pt>
          <cx:pt idx="79">Good Climate</cx:pt>
          <cx:pt idx="80">Good Climate</cx:pt>
          <cx:pt idx="81">Good Climate</cx:pt>
          <cx:pt idx="82">Good Climate</cx:pt>
          <cx:pt idx="83">Good Climate</cx:pt>
          <cx:pt idx="84">Good Climate</cx:pt>
          <cx:pt idx="85">Good Climate</cx:pt>
          <cx:pt idx="86">Good Climate</cx:pt>
          <cx:pt idx="87">Good Climate</cx:pt>
          <cx:pt idx="88">Good Climate</cx:pt>
          <cx:pt idx="89">Good Climate</cx:pt>
          <cx:pt idx="90">Good Climate</cx:pt>
          <cx:pt idx="91">Good Climate</cx:pt>
          <cx:pt idx="92">Good Climate</cx:pt>
          <cx:pt idx="93">Good Climate</cx:pt>
          <cx:pt idx="94">Good Climate</cx:pt>
          <cx:pt idx="95">Good Climate</cx:pt>
          <cx:pt idx="96">Good Climate</cx:pt>
          <cx:pt idx="97">Good Climate</cx:pt>
          <cx:pt idx="98">Good Climate</cx:pt>
          <cx:pt idx="99">Good Climate</cx:pt>
          <cx:pt idx="100">Good Climate</cx:pt>
          <cx:pt idx="101">Good Climate</cx:pt>
          <cx:pt idx="102">Good Climate</cx:pt>
          <cx:pt idx="103">Good Climate</cx:pt>
          <cx:pt idx="104">Good Climate</cx:pt>
          <cx:pt idx="105">Good Climate</cx:pt>
          <cx:pt idx="106">Good Climate</cx:pt>
          <cx:pt idx="107">Good Climate</cx:pt>
          <cx:pt idx="108">Good Climate</cx:pt>
          <cx:pt idx="109">Good Climate</cx:pt>
          <cx:pt idx="110">Good Climate</cx:pt>
          <cx:pt idx="111">Good Climate</cx:pt>
          <cx:pt idx="112">Good Climate</cx:pt>
          <cx:pt idx="113">Good Climate</cx:pt>
          <cx:pt idx="114">Good Climate</cx:pt>
          <cx:pt idx="115">Good Climate</cx:pt>
          <cx:pt idx="116">Good Climate</cx:pt>
          <cx:pt idx="117">Good Climate</cx:pt>
          <cx:pt idx="118">Mild Climate</cx:pt>
          <cx:pt idx="119">Mild Climate</cx:pt>
          <cx:pt idx="120">Mild Climate</cx:pt>
          <cx:pt idx="121">Mild Climate</cx:pt>
          <cx:pt idx="122">Good Climate</cx:pt>
          <cx:pt idx="123">Mild Climate</cx:pt>
          <cx:pt idx="124">Good Climate</cx:pt>
          <cx:pt idx="125">Good Climate</cx:pt>
          <cx:pt idx="126">Good Climate</cx:pt>
          <cx:pt idx="127">Good Climate</cx:pt>
          <cx:pt idx="128">Good Climate</cx:pt>
          <cx:pt idx="129">Good Climate</cx:pt>
          <cx:pt idx="130">Good Climate</cx:pt>
          <cx:pt idx="131">Good Climate</cx:pt>
          <cx:pt idx="132">Good Climate</cx:pt>
          <cx:pt idx="133">Good Climate</cx:pt>
          <cx:pt idx="134">Good Climate</cx:pt>
          <cx:pt idx="135">Mild Climate</cx:pt>
          <cx:pt idx="136">Mild Climate</cx:pt>
          <cx:pt idx="137">Mild Climate</cx:pt>
          <cx:pt idx="138">Mild Climate</cx:pt>
          <cx:pt idx="139">Mild Climate</cx:pt>
          <cx:pt idx="140">Mild Climate</cx:pt>
          <cx:pt idx="141">Mild Climate</cx:pt>
          <cx:pt idx="142">Rainy Climate</cx:pt>
          <cx:pt idx="143">Mild Climate</cx:pt>
          <cx:pt idx="144">Good Climate</cx:pt>
          <cx:pt idx="145">Good Climate</cx:pt>
          <cx:pt idx="146">Good Climate</cx:pt>
          <cx:pt idx="147">Good Climate</cx:pt>
          <cx:pt idx="148">Mild Climate</cx:pt>
          <cx:pt idx="149">Mild Climate</cx:pt>
          <cx:pt idx="150">Mild Climate</cx:pt>
          <cx:pt idx="151">Mild Climate</cx:pt>
          <cx:pt idx="152">Mild Climate</cx:pt>
          <cx:pt idx="153">Mild Climate</cx:pt>
          <cx:pt idx="154">Mild Climate</cx:pt>
          <cx:pt idx="155">Good Climate</cx:pt>
          <cx:pt idx="156">Good Climate</cx:pt>
          <cx:pt idx="157">Good Climate</cx:pt>
          <cx:pt idx="158">Good Climate</cx:pt>
          <cx:pt idx="159">Mild Climate</cx:pt>
          <cx:pt idx="160">Mild Climate</cx:pt>
          <cx:pt idx="161">Mild Climate</cx:pt>
          <cx:pt idx="162">Mild Climate</cx:pt>
          <cx:pt idx="163">Mild Climate</cx:pt>
          <cx:pt idx="164">Rainy Climate</cx:pt>
          <cx:pt idx="165">Rainy Climate</cx:pt>
          <cx:pt idx="166">Mild Climate</cx:pt>
          <cx:pt idx="167">Mild Climate</cx:pt>
          <cx:pt idx="168">Mild Climate</cx:pt>
          <cx:pt idx="169">Rainy Climate</cx:pt>
          <cx:pt idx="170">Rainy Climate</cx:pt>
          <cx:pt idx="171">Mild Climate</cx:pt>
          <cx:pt idx="172">Mild Climate</cx:pt>
          <cx:pt idx="173">Mild Climate</cx:pt>
          <cx:pt idx="174">Good Climate</cx:pt>
          <cx:pt idx="175">Good Climate</cx:pt>
          <cx:pt idx="176">Good Climate</cx:pt>
          <cx:pt idx="177">Good Climate</cx:pt>
          <cx:pt idx="178">Good Climate</cx:pt>
          <cx:pt idx="179">Good Climate</cx:pt>
          <cx:pt idx="180">Good Climate</cx:pt>
          <cx:pt idx="181">Good Climate</cx:pt>
          <cx:pt idx="182">Good Climate</cx:pt>
          <cx:pt idx="183">Good Climate</cx:pt>
          <cx:pt idx="184">Good Climate</cx:pt>
          <cx:pt idx="185">Good Climate</cx:pt>
          <cx:pt idx="186">Good Climate</cx:pt>
          <cx:pt idx="187">Good Climate</cx:pt>
          <cx:pt idx="188">Good Climate</cx:pt>
          <cx:pt idx="189">Good Climate</cx:pt>
          <cx:pt idx="190">Good Climate</cx:pt>
          <cx:pt idx="191">Good Climate</cx:pt>
          <cx:pt idx="192">Good Climate</cx:pt>
          <cx:pt idx="193">Good Climate</cx:pt>
          <cx:pt idx="194">Good Climate</cx:pt>
          <cx:pt idx="195">Good Climate</cx:pt>
          <cx:pt idx="196">Good Climate</cx:pt>
          <cx:pt idx="197">Good Climate</cx:pt>
          <cx:pt idx="198">Good Climate</cx:pt>
          <cx:pt idx="199">Good Climate</cx:pt>
          <cx:pt idx="200">Good Climate</cx:pt>
          <cx:pt idx="201">Good Climate</cx:pt>
          <cx:pt idx="202">Good Climate</cx:pt>
          <cx:pt idx="203">Good Climate</cx:pt>
          <cx:pt idx="204">Good Climate</cx:pt>
          <cx:pt idx="205">Good Climate</cx:pt>
          <cx:pt idx="206">Good Climate</cx:pt>
          <cx:pt idx="207">Good Climate</cx:pt>
          <cx:pt idx="208">Good Climate</cx:pt>
          <cx:pt idx="209">Good Climate</cx:pt>
          <cx:pt idx="210">Good Climate</cx:pt>
          <cx:pt idx="211">Good Climate</cx:pt>
          <cx:pt idx="212">Good Climate</cx:pt>
          <cx:pt idx="213">Good Climate</cx:pt>
          <cx:pt idx="214">Good Climate</cx:pt>
          <cx:pt idx="215">Good Climate</cx:pt>
          <cx:pt idx="216">Good Climate</cx:pt>
          <cx:pt idx="217">Mild Climate</cx:pt>
          <cx:pt idx="218">Mild Climate</cx:pt>
          <cx:pt idx="219">Mild Climate</cx:pt>
          <cx:pt idx="220">Mild Climate</cx:pt>
          <cx:pt idx="221">Mild Climate</cx:pt>
          <cx:pt idx="222">Mild Climate</cx:pt>
          <cx:pt idx="223">Mild Climate</cx:pt>
          <cx:pt idx="224">Mild Climate</cx:pt>
          <cx:pt idx="225">Good Climate</cx:pt>
          <cx:pt idx="226">Good Climate</cx:pt>
          <cx:pt idx="227">Good Climate</cx:pt>
          <cx:pt idx="228">Good Climate</cx:pt>
          <cx:pt idx="229">Good Climate</cx:pt>
          <cx:pt idx="230">Good Climate</cx:pt>
          <cx:pt idx="231">Good Climate</cx:pt>
          <cx:pt idx="232">Good Climate</cx:pt>
          <cx:pt idx="233">Good Climate</cx:pt>
          <cx:pt idx="234">Good Climate</cx:pt>
          <cx:pt idx="235">Mild Climate</cx:pt>
          <cx:pt idx="236">Mild Climate</cx:pt>
          <cx:pt idx="237">Mild Climate</cx:pt>
          <cx:pt idx="238">Mild Climate</cx:pt>
          <cx:pt idx="239">Mild Climate</cx:pt>
          <cx:pt idx="240">Mild Climate</cx:pt>
          <cx:pt idx="241">Mild Climate</cx:pt>
          <cx:pt idx="242">Mild Climate</cx:pt>
          <cx:pt idx="243">Mild Climate</cx:pt>
          <cx:pt idx="244">Mild Climate</cx:pt>
          <cx:pt idx="245">Mild Climate</cx:pt>
          <cx:pt idx="246">Mild Climate</cx:pt>
          <cx:pt idx="247">Mild Climate</cx:pt>
          <cx:pt idx="248">Mild Climate</cx:pt>
          <cx:pt idx="249">Rainy Climate</cx:pt>
          <cx:pt idx="250">Rainy Climate</cx:pt>
          <cx:pt idx="251">Rainy Climate</cx:pt>
          <cx:pt idx="252">Rainy Climate</cx:pt>
          <cx:pt idx="253">Rainy Climate</cx:pt>
          <cx:pt idx="254">Rainy Climate</cx:pt>
          <cx:pt idx="255">Mild Climate</cx:pt>
          <cx:pt idx="256">Mild Climate</cx:pt>
          <cx:pt idx="257">Good Climate</cx:pt>
          <cx:pt idx="258">Good Climate</cx:pt>
          <cx:pt idx="259">Good Climate</cx:pt>
          <cx:pt idx="260">Good Climate</cx:pt>
          <cx:pt idx="261">Good Climate</cx:pt>
          <cx:pt idx="262">Good Climate</cx:pt>
          <cx:pt idx="263">Good Climate</cx:pt>
          <cx:pt idx="264">Good Climate</cx:pt>
          <cx:pt idx="265">Good Climate</cx:pt>
          <cx:pt idx="266">Good Climate</cx:pt>
          <cx:pt idx="267">Good Climate</cx:pt>
          <cx:pt idx="268">Good Climate</cx:pt>
          <cx:pt idx="269">Good Climate</cx:pt>
          <cx:pt idx="270">Good Climate</cx:pt>
          <cx:pt idx="271">Good Climate</cx:pt>
          <cx:pt idx="272">Good Climate</cx:pt>
          <cx:pt idx="273">Good Climate</cx:pt>
          <cx:pt idx="274">Good Climate</cx:pt>
          <cx:pt idx="275">Good Climate</cx:pt>
          <cx:pt idx="276">Good Climate</cx:pt>
          <cx:pt idx="277">Good Climate</cx:pt>
          <cx:pt idx="278">Good Climate</cx:pt>
          <cx:pt idx="279">Good Climate</cx:pt>
          <cx:pt idx="280">Good Climate</cx:pt>
          <cx:pt idx="281">Good Climate</cx:pt>
          <cx:pt idx="282">Good Climate</cx:pt>
          <cx:pt idx="283">Good Climate</cx:pt>
          <cx:pt idx="284">Good Climate</cx:pt>
          <cx:pt idx="285">Good Climate</cx:pt>
          <cx:pt idx="286">Good Climate</cx:pt>
          <cx:pt idx="287">Mild Climate</cx:pt>
          <cx:pt idx="288">Mild Climate</cx:pt>
          <cx:pt idx="289">Good Climate</cx:pt>
          <cx:pt idx="290">Good Climate</cx:pt>
          <cx:pt idx="291">Good Climate</cx:pt>
          <cx:pt idx="292">Good Climate</cx:pt>
          <cx:pt idx="293">Good Climate</cx:pt>
          <cx:pt idx="294">Good Climate</cx:pt>
          <cx:pt idx="295">Good Climate</cx:pt>
          <cx:pt idx="296">Good Climate</cx:pt>
          <cx:pt idx="297">Good Climate</cx:pt>
          <cx:pt idx="298">Good Climate</cx:pt>
          <cx:pt idx="299">Good Climate</cx:pt>
          <cx:pt idx="300">Good Climate</cx:pt>
          <cx:pt idx="301">Good Climate</cx:pt>
          <cx:pt idx="302">Good Climate</cx:pt>
          <cx:pt idx="303">Good Climate</cx:pt>
          <cx:pt idx="304">Good Climate</cx:pt>
          <cx:pt idx="305">Good Climate</cx:pt>
          <cx:pt idx="306">Good Climate</cx:pt>
          <cx:pt idx="307">Good Climate</cx:pt>
          <cx:pt idx="308">Good Climate</cx:pt>
          <cx:pt idx="309">Good Climate</cx:pt>
          <cx:pt idx="310">Good Climate</cx:pt>
          <cx:pt idx="311">Good Climate</cx:pt>
          <cx:pt idx="312">Good Climate</cx:pt>
          <cx:pt idx="313">Good Climate</cx:pt>
          <cx:pt idx="314">Good Climate</cx:pt>
          <cx:pt idx="315">Good Climate</cx:pt>
          <cx:pt idx="316">Good Climate</cx:pt>
          <cx:pt idx="317">Good Climate</cx:pt>
          <cx:pt idx="318">Good Climate</cx:pt>
          <cx:pt idx="319">Good Climate</cx:pt>
          <cx:pt idx="320">Good Climate</cx:pt>
          <cx:pt idx="321">Good Climate</cx:pt>
          <cx:pt idx="322">Mild Climate</cx:pt>
          <cx:pt idx="323">Mild Climate</cx:pt>
          <cx:pt idx="324">Good Climate</cx:pt>
          <cx:pt idx="325">Mild Climate</cx:pt>
          <cx:pt idx="326">Mild Climate</cx:pt>
          <cx:pt idx="327">Mild Climate</cx:pt>
          <cx:pt idx="328">Mild Climate</cx:pt>
          <cx:pt idx="329">Good Climate</cx:pt>
          <cx:pt idx="330">Good Climate</cx:pt>
          <cx:pt idx="331">Good Climate</cx:pt>
          <cx:pt idx="332">Good Climate</cx:pt>
          <cx:pt idx="333">Good Climate</cx:pt>
          <cx:pt idx="334">Good Climate</cx:pt>
          <cx:pt idx="335">Good Climate</cx:pt>
          <cx:pt idx="336">Good Climate</cx:pt>
          <cx:pt idx="337">Good Climate</cx:pt>
          <cx:pt idx="338">Good Climate</cx:pt>
          <cx:pt idx="339">Mild Climate</cx:pt>
          <cx:pt idx="340">Mild Climate</cx:pt>
          <cx:pt idx="341">Mild Climate</cx:pt>
          <cx:pt idx="342">Mild Climate</cx:pt>
          <cx:pt idx="343">Mild Climate</cx:pt>
          <cx:pt idx="344">Mild Climate</cx:pt>
          <cx:pt idx="345">Mild Climate</cx:pt>
          <cx:pt idx="346">Mild Climate</cx:pt>
          <cx:pt idx="347">Good Climate</cx:pt>
          <cx:pt idx="348">Good Climate</cx:pt>
          <cx:pt idx="349">Good Climate</cx:pt>
          <cx:pt idx="350">Good Climate</cx:pt>
          <cx:pt idx="351">Good Climate</cx:pt>
          <cx:pt idx="352">Good Climate</cx:pt>
          <cx:pt idx="353">Mild Climate</cx:pt>
          <cx:pt idx="354">Mild Climate</cx:pt>
          <cx:pt idx="355">Mild Climate</cx:pt>
          <cx:pt idx="356">Good Climate</cx:pt>
          <cx:pt idx="357">Good Climate</cx:pt>
          <cx:pt idx="358">Good Climate</cx:pt>
          <cx:pt idx="359">Good Climate</cx:pt>
          <cx:pt idx="360">Good Climate</cx:pt>
          <cx:pt idx="361">Good Climate</cx:pt>
          <cx:pt idx="362">Good Climate</cx:pt>
          <cx:pt idx="363">Good Climate</cx:pt>
          <cx:pt idx="364">Good Climate</cx:pt>
          <cx:pt idx="365">Good Climate</cx:pt>
          <cx:pt idx="366">Good Climate</cx:pt>
          <cx:pt idx="367">Good Climate</cx:pt>
          <cx:pt idx="368">Good Climate</cx:pt>
          <cx:pt idx="369">Good Climate</cx:pt>
          <cx:pt idx="370">Mild Climate</cx:pt>
          <cx:pt idx="371">Mild Climate</cx:pt>
          <cx:pt idx="372">Mild Climate</cx:pt>
          <cx:pt idx="373">Mild Climate</cx:pt>
          <cx:pt idx="374">Mild Climate</cx:pt>
          <cx:pt idx="375">Mild Climate</cx:pt>
          <cx:pt idx="376">Mild Climate</cx:pt>
          <cx:pt idx="377">Mild Climate</cx:pt>
          <cx:pt idx="378">Mild Climate</cx:pt>
          <cx:pt idx="379">Mild Climate</cx:pt>
          <cx:pt idx="380">Mild Climate</cx:pt>
          <cx:pt idx="381">Mild Climate</cx:pt>
          <cx:pt idx="382">Mild Climate</cx:pt>
          <cx:pt idx="383">Mild Climate</cx:pt>
          <cx:pt idx="384">Mild Climate</cx:pt>
          <cx:pt idx="385">Mild Climate</cx:pt>
          <cx:pt idx="386">Mild Climate</cx:pt>
          <cx:pt idx="387">Mild Climate</cx:pt>
          <cx:pt idx="388">Mild Climate</cx:pt>
          <cx:pt idx="389">Good Climate</cx:pt>
          <cx:pt idx="390">Mild Climate</cx:pt>
          <cx:pt idx="391">Rainy Climate</cx:pt>
          <cx:pt idx="392">Rainy Climate</cx:pt>
          <cx:pt idx="393">Rainy Climate</cx:pt>
          <cx:pt idx="394">Rainy Climate</cx:pt>
          <cx:pt idx="395">Rainy Climate</cx:pt>
          <cx:pt idx="396">Mild Climate</cx:pt>
          <cx:pt idx="397">Mild Climate</cx:pt>
          <cx:pt idx="398">Mild Climate</cx:pt>
          <cx:pt idx="399">Mild Climate</cx:pt>
          <cx:pt idx="400">Mild Climate</cx:pt>
          <cx:pt idx="401">Mild Climate</cx:pt>
          <cx:pt idx="402">Mild Climate</cx:pt>
          <cx:pt idx="403">Mild Climate</cx:pt>
          <cx:pt idx="404">Mild Climate</cx:pt>
          <cx:pt idx="405">Mild Climate</cx:pt>
          <cx:pt idx="406">Mild Climate</cx:pt>
          <cx:pt idx="407">Mild Climate</cx:pt>
          <cx:pt idx="408">Mild Climate</cx:pt>
          <cx:pt idx="409">Rainy Climate</cx:pt>
          <cx:pt idx="410">Rainy Climate</cx:pt>
          <cx:pt idx="411">Rainy Climate</cx:pt>
          <cx:pt idx="412">Mild Climate</cx:pt>
          <cx:pt idx="413">Mild Climate</cx:pt>
          <cx:pt idx="414">Mild Climate</cx:pt>
          <cx:pt idx="415">Mild Climate</cx:pt>
          <cx:pt idx="416">Mild Climate</cx:pt>
          <cx:pt idx="417">Mild Climate</cx:pt>
          <cx:pt idx="418">Mild Climate</cx:pt>
          <cx:pt idx="419">Mild Climate</cx:pt>
          <cx:pt idx="420">Good Climate</cx:pt>
          <cx:pt idx="421">Good Climate</cx:pt>
          <cx:pt idx="422">Good Climate</cx:pt>
          <cx:pt idx="423">Good Climate</cx:pt>
          <cx:pt idx="424">Good Climate</cx:pt>
          <cx:pt idx="425">Good Climate</cx:pt>
          <cx:pt idx="426">Good Climate</cx:pt>
          <cx:pt idx="427">Good Climate</cx:pt>
          <cx:pt idx="428">Good Climate</cx:pt>
          <cx:pt idx="429">Good Climate</cx:pt>
          <cx:pt idx="430">Good Climate</cx:pt>
          <cx:pt idx="431">Good Climate</cx:pt>
          <cx:pt idx="432">Good Climate</cx:pt>
          <cx:pt idx="433">Good Climate</cx:pt>
          <cx:pt idx="434">Good Climate</cx:pt>
          <cx:pt idx="435">Good Climate</cx:pt>
          <cx:pt idx="436">Good Climate</cx:pt>
          <cx:pt idx="437">Good Climate</cx:pt>
          <cx:pt idx="438">Good Climate</cx:pt>
          <cx:pt idx="439">Good Climate</cx:pt>
          <cx:pt idx="440">Mild Climate</cx:pt>
          <cx:pt idx="441">Good Climate</cx:pt>
          <cx:pt idx="442">Mild Climate</cx:pt>
          <cx:pt idx="443">Mild Climate</cx:pt>
          <cx:pt idx="444">Mild Climate</cx:pt>
          <cx:pt idx="445">Mild Climate</cx:pt>
          <cx:pt idx="446">Mild Climate</cx:pt>
          <cx:pt idx="447">Mild Climate</cx:pt>
          <cx:pt idx="448">Mild Climate</cx:pt>
          <cx:pt idx="449">Mild Climate</cx:pt>
          <cx:pt idx="450">Good Climate</cx:pt>
          <cx:pt idx="451">Mild Climate</cx:pt>
          <cx:pt idx="452">Mild Climate</cx:pt>
          <cx:pt idx="453">Mild Climate</cx:pt>
          <cx:pt idx="454">Mild Climate</cx:pt>
          <cx:pt idx="455">Mild Climate</cx:pt>
          <cx:pt idx="456">Mild Climate</cx:pt>
          <cx:pt idx="457">Rainy Climate</cx:pt>
          <cx:pt idx="458">Rainy Climate</cx:pt>
          <cx:pt idx="459">Mild Climate</cx:pt>
          <cx:pt idx="460">Good Climate</cx:pt>
          <cx:pt idx="461">Good Climate</cx:pt>
          <cx:pt idx="462">Good Climate</cx:pt>
          <cx:pt idx="463">Good Climate</cx:pt>
          <cx:pt idx="464">Good Climate</cx:pt>
          <cx:pt idx="465">Good Climate</cx:pt>
          <cx:pt idx="466">Good Climate</cx:pt>
          <cx:pt idx="467">Good Climate</cx:pt>
          <cx:pt idx="468">Good Climate</cx:pt>
          <cx:pt idx="469">Good Climate</cx:pt>
          <cx:pt idx="470">Good Climate</cx:pt>
          <cx:pt idx="471">Good Climate</cx:pt>
          <cx:pt idx="472">Good Climate</cx:pt>
          <cx:pt idx="473">Good Climate</cx:pt>
          <cx:pt idx="474">Good Climate</cx:pt>
          <cx:pt idx="475">Good Climate</cx:pt>
          <cx:pt idx="476">Good Climate</cx:pt>
          <cx:pt idx="477">Good Climate</cx:pt>
          <cx:pt idx="478">Good Climate</cx:pt>
          <cx:pt idx="479">Good Climate</cx:pt>
          <cx:pt idx="480">Mild Climate</cx:pt>
          <cx:pt idx="481">Mild Climate</cx:pt>
          <cx:pt idx="482">Mild Climate</cx:pt>
          <cx:pt idx="483">Mild Climate</cx:pt>
          <cx:pt idx="484">Mild Climate</cx:pt>
          <cx:pt idx="485">Good Climate</cx:pt>
          <cx:pt idx="486">Good Climate</cx:pt>
          <cx:pt idx="487">Good Climate</cx:pt>
          <cx:pt idx="488">Mild Climate</cx:pt>
          <cx:pt idx="489">Mild Climate</cx:pt>
          <cx:pt idx="490">Mild Climate</cx:pt>
          <cx:pt idx="491">Good Climate</cx:pt>
          <cx:pt idx="492">Good Climate</cx:pt>
          <cx:pt idx="493">Good Climate</cx:pt>
          <cx:pt idx="494">Good Climate</cx:pt>
          <cx:pt idx="495">Good Climate</cx:pt>
          <cx:pt idx="496">Good Climate</cx:pt>
          <cx:pt idx="497">Good Climate</cx:pt>
          <cx:pt idx="498">Good Climate</cx:pt>
          <cx:pt idx="499">Good Climate</cx:pt>
          <cx:pt idx="500">Good Climate</cx:pt>
          <cx:pt idx="501">Good Climate</cx:pt>
          <cx:pt idx="502">Good Climate</cx:pt>
          <cx:pt idx="503">Good Climate</cx:pt>
          <cx:pt idx="504">Good Climate</cx:pt>
          <cx:pt idx="505">Good Climate</cx:pt>
          <cx:pt idx="506">Mild Climate</cx:pt>
          <cx:pt idx="507">Mild Climate</cx:pt>
          <cx:pt idx="508">Good Climate</cx:pt>
          <cx:pt idx="509">Good Climate</cx:pt>
          <cx:pt idx="510">Good Climate</cx:pt>
          <cx:pt idx="511">Good Climate</cx:pt>
          <cx:pt idx="512">Good Climate</cx:pt>
          <cx:pt idx="513">Good Climate</cx:pt>
          <cx:pt idx="514">Good Climate</cx:pt>
          <cx:pt idx="515">Good Climate</cx:pt>
          <cx:pt idx="516">Good Climate</cx:pt>
          <cx:pt idx="517">Good Climate</cx:pt>
          <cx:pt idx="518">Good Climate</cx:pt>
          <cx:pt idx="519">Good Climate</cx:pt>
          <cx:pt idx="520">Good Climate</cx:pt>
          <cx:pt idx="521">Good Climate</cx:pt>
          <cx:pt idx="522">Good Climate</cx:pt>
          <cx:pt idx="523">Good Climate</cx:pt>
          <cx:pt idx="524">Good Climate</cx:pt>
          <cx:pt idx="525">Good Climate</cx:pt>
          <cx:pt idx="526">Good Climate</cx:pt>
          <cx:pt idx="527">Good Climate</cx:pt>
          <cx:pt idx="528">Good Climate</cx:pt>
          <cx:pt idx="529">Good Climate</cx:pt>
          <cx:pt idx="530">Good Climate</cx:pt>
          <cx:pt idx="531">Good Climate</cx:pt>
          <cx:pt idx="532">Good Climate</cx:pt>
          <cx:pt idx="533">Good Climate</cx:pt>
          <cx:pt idx="534">Good Climate</cx:pt>
          <cx:pt idx="535">Good Climate</cx:pt>
          <cx:pt idx="536">Mild Climate</cx:pt>
          <cx:pt idx="537">Mild Climate</cx:pt>
          <cx:pt idx="538">Mild Climate</cx:pt>
          <cx:pt idx="539">Good Climate</cx:pt>
          <cx:pt idx="540">Good Climate</cx:pt>
          <cx:pt idx="541">Good Climate</cx:pt>
          <cx:pt idx="542">Good Climate</cx:pt>
          <cx:pt idx="543">Good Climate</cx:pt>
          <cx:pt idx="544">Good Climate</cx:pt>
          <cx:pt idx="545">Good Climate</cx:pt>
          <cx:pt idx="546">Mild Climate</cx:pt>
          <cx:pt idx="547">Mild Climate</cx:pt>
          <cx:pt idx="548">Mild Climate</cx:pt>
          <cx:pt idx="549">Mild Climate</cx:pt>
          <cx:pt idx="550">Good Climate</cx:pt>
          <cx:pt idx="551">Good Climate</cx:pt>
          <cx:pt idx="552">Good Climate</cx:pt>
          <cx:pt idx="553">Good Climate</cx:pt>
          <cx:pt idx="554">Good Climate</cx:pt>
          <cx:pt idx="555">Mild Climate</cx:pt>
          <cx:pt idx="556">Mild Climate</cx:pt>
          <cx:pt idx="557">Mild Climate</cx:pt>
          <cx:pt idx="558">Mild Climate</cx:pt>
          <cx:pt idx="559">Mild Climate</cx:pt>
          <cx:pt idx="560">Mild Climate</cx:pt>
          <cx:pt idx="561">Mild Climate</cx:pt>
          <cx:pt idx="562">Mild Climate</cx:pt>
          <cx:pt idx="563">Mild Climate</cx:pt>
          <cx:pt idx="564">Good Climate</cx:pt>
          <cx:pt idx="565">Mild Climate</cx:pt>
          <cx:pt idx="566">Mild Climate</cx:pt>
          <cx:pt idx="567">Good Climate</cx:pt>
          <cx:pt idx="568">Good Climate</cx:pt>
          <cx:pt idx="569">Good Climate</cx:pt>
          <cx:pt idx="570">Mild Climate</cx:pt>
          <cx:pt idx="571">Mild Climate</cx:pt>
          <cx:pt idx="572">Mild Climate</cx:pt>
          <cx:pt idx="573">Rainy Climate</cx:pt>
          <cx:pt idx="574">Rainy Climate</cx:pt>
          <cx:pt idx="575">Rainy Climate</cx:pt>
          <cx:pt idx="576">Rainy Climate</cx:pt>
          <cx:pt idx="577">Rainy Climate</cx:pt>
          <cx:pt idx="578">Rainy Climate</cx:pt>
          <cx:pt idx="579">Rainy Climate</cx:pt>
          <cx:pt idx="580">Rainy Climate</cx:pt>
          <cx:pt idx="581">Rainy Climate</cx:pt>
          <cx:pt idx="582">Rainy Climate</cx:pt>
          <cx:pt idx="583">Rainy Climate</cx:pt>
          <cx:pt idx="584">Rainy Climate</cx:pt>
          <cx:pt idx="585">Worst Climate</cx:pt>
          <cx:pt idx="586">Rainy Climate</cx:pt>
          <cx:pt idx="587">Good Climate</cx:pt>
          <cx:pt idx="588">Good Climate</cx:pt>
          <cx:pt idx="589">Good Climate</cx:pt>
          <cx:pt idx="590">Good Climate</cx:pt>
          <cx:pt idx="591">Good Climate</cx:pt>
          <cx:pt idx="592">Good Climate</cx:pt>
          <cx:pt idx="593">Good Climate</cx:pt>
          <cx:pt idx="594">Good Climate</cx:pt>
          <cx:pt idx="595">Mild Climate</cx:pt>
          <cx:pt idx="596">Mild Climate</cx:pt>
          <cx:pt idx="597">Mild Climate</cx:pt>
          <cx:pt idx="598">Mild Climate</cx:pt>
          <cx:pt idx="599">Mild Climate</cx:pt>
          <cx:pt idx="600">Mild Climate</cx:pt>
          <cx:pt idx="601">Mild Climate</cx:pt>
          <cx:pt idx="602">Mild Climate</cx:pt>
          <cx:pt idx="603">Rainy Climate</cx:pt>
          <cx:pt idx="604">Rainy Climate</cx:pt>
          <cx:pt idx="605">Rainy Climate</cx:pt>
          <cx:pt idx="606">Rainy Climate</cx:pt>
          <cx:pt idx="607">Rainy Climate</cx:pt>
          <cx:pt idx="608">Rainy Climate</cx:pt>
          <cx:pt idx="609">Mild Climate</cx:pt>
          <cx:pt idx="610">Good Climate</cx:pt>
          <cx:pt idx="611">Good Climate</cx:pt>
          <cx:pt idx="612">Good Climate</cx:pt>
          <cx:pt idx="613">Good Climate</cx:pt>
          <cx:pt idx="614">Good Climate</cx:pt>
          <cx:pt idx="615">Good Climate</cx:pt>
          <cx:pt idx="616">Good Climate</cx:pt>
          <cx:pt idx="617">Good Climate</cx:pt>
          <cx:pt idx="618">Mild Climate</cx:pt>
          <cx:pt idx="619">Mild Climate</cx:pt>
          <cx:pt idx="620">Mild Climate</cx:pt>
          <cx:pt idx="621">Mild Climate</cx:pt>
          <cx:pt idx="622">Mild Climate</cx:pt>
          <cx:pt idx="623">Good Climate</cx:pt>
          <cx:pt idx="624">Good Climate</cx:pt>
          <cx:pt idx="625">Good Climate</cx:pt>
          <cx:pt idx="626">Good Climate</cx:pt>
          <cx:pt idx="627">Mild Climate</cx:pt>
          <cx:pt idx="628">Good Climate</cx:pt>
          <cx:pt idx="629">Good Climate</cx:pt>
          <cx:pt idx="630">Good Climate</cx:pt>
          <cx:pt idx="631">Good Climate</cx:pt>
          <cx:pt idx="632">Good Climate</cx:pt>
          <cx:pt idx="633">Good Climate</cx:pt>
          <cx:pt idx="634">Good Climate</cx:pt>
          <cx:pt idx="635">Good Climate</cx:pt>
          <cx:pt idx="636">Good Climate</cx:pt>
          <cx:pt idx="637">Good Climate</cx:pt>
          <cx:pt idx="638">Good Climate</cx:pt>
          <cx:pt idx="639">Mild Climate</cx:pt>
          <cx:pt idx="640">Mild Climate</cx:pt>
          <cx:pt idx="641">Mild Climate</cx:pt>
          <cx:pt idx="642">Good Climate</cx:pt>
          <cx:pt idx="643">Good Climate</cx:pt>
          <cx:pt idx="644">Good Climate</cx:pt>
          <cx:pt idx="645">Good Climate</cx:pt>
          <cx:pt idx="646">Good Climate</cx:pt>
          <cx:pt idx="647">Good Climate</cx:pt>
          <cx:pt idx="648">Good Climate</cx:pt>
          <cx:pt idx="649">Good Climate</cx:pt>
          <cx:pt idx="650">Good Climate</cx:pt>
          <cx:pt idx="651">Mild Climate</cx:pt>
          <cx:pt idx="652">Mild Climate</cx:pt>
          <cx:pt idx="653">Mild Climate</cx:pt>
          <cx:pt idx="654">Mild Climate</cx:pt>
          <cx:pt idx="655">Mild Climate</cx:pt>
          <cx:pt idx="656">Good Climate</cx:pt>
          <cx:pt idx="657">Good Climate</cx:pt>
          <cx:pt idx="658">Good Climate</cx:pt>
          <cx:pt idx="659">Good Climate</cx:pt>
          <cx:pt idx="660">Good Climate</cx:pt>
          <cx:pt idx="661">Good Climate</cx:pt>
          <cx:pt idx="662">Mild Climate</cx:pt>
          <cx:pt idx="663">Mild Climate</cx:pt>
          <cx:pt idx="664">Mild Climate</cx:pt>
          <cx:pt idx="665">Mild Climate</cx:pt>
          <cx:pt idx="666">Mild Climate</cx:pt>
          <cx:pt idx="667">Mild Climate</cx:pt>
          <cx:pt idx="668">Mild Climate</cx:pt>
          <cx:pt idx="669">Mild Climate</cx:pt>
          <cx:pt idx="670">Mild Climate</cx:pt>
          <cx:pt idx="671">Mild Climate</cx:pt>
          <cx:pt idx="672">Mild Climate</cx:pt>
          <cx:pt idx="673">Mild Climate</cx:pt>
          <cx:pt idx="674">Good Climate</cx:pt>
          <cx:pt idx="675">Rainy Climate</cx:pt>
          <cx:pt idx="676">Rainy Climate</cx:pt>
          <cx:pt idx="677">Mild Climate</cx:pt>
          <cx:pt idx="678">Mild Climate</cx:pt>
          <cx:pt idx="679">Mild Climate</cx:pt>
          <cx:pt idx="680">Mild Climate</cx:pt>
          <cx:pt idx="681">Mild Climate</cx:pt>
          <cx:pt idx="682">Mild Climate</cx:pt>
          <cx:pt idx="683">Rainy Climate</cx:pt>
          <cx:pt idx="684">Rainy Climate</cx:pt>
          <cx:pt idx="685">Rainy Climate</cx:pt>
          <cx:pt idx="686">Rainy Climate</cx:pt>
          <cx:pt idx="687">Mild Climate</cx:pt>
          <cx:pt idx="688">Mild Climate</cx:pt>
          <cx:pt idx="689">Mild Climate</cx:pt>
          <cx:pt idx="690">Mild Climate</cx:pt>
          <cx:pt idx="691">Mild Climate</cx:pt>
          <cx:pt idx="692">Mild Climate</cx:pt>
          <cx:pt idx="693">Mild Climate</cx:pt>
          <cx:pt idx="694">Mild Climate</cx:pt>
          <cx:pt idx="695">Mild Climate</cx:pt>
          <cx:pt idx="696">Mild Climate</cx:pt>
          <cx:pt idx="697">Mild Climate</cx:pt>
          <cx:pt idx="698">Mild Climate</cx:pt>
          <cx:pt idx="699">Mild Climate</cx:pt>
          <cx:pt idx="700">Mild Climate</cx:pt>
          <cx:pt idx="701">Rainy Climate</cx:pt>
          <cx:pt idx="702">Rainy Climate</cx:pt>
          <cx:pt idx="703">Rainy Climate</cx:pt>
          <cx:pt idx="704">Rainy Climate</cx:pt>
          <cx:pt idx="705">Rainy Climate</cx:pt>
          <cx:pt idx="706">Rainy Climate</cx:pt>
          <cx:pt idx="707">Rainy Climate</cx:pt>
          <cx:pt idx="708">Rainy Climate</cx:pt>
          <cx:pt idx="709">Rainy Climate</cx:pt>
          <cx:pt idx="710">Rainy Climate</cx:pt>
          <cx:pt idx="711">Mild Climate</cx:pt>
          <cx:pt idx="712">Mild Climate</cx:pt>
          <cx:pt idx="713">Mild Climate</cx:pt>
          <cx:pt idx="714">Mild Climate</cx:pt>
          <cx:pt idx="715">Good Climate</cx:pt>
          <cx:pt idx="716">Good Climate</cx:pt>
          <cx:pt idx="717">Good Climate</cx:pt>
          <cx:pt idx="718">Good Climate</cx:pt>
          <cx:pt idx="719">Good Climate</cx:pt>
          <cx:pt idx="720">Good Climate</cx:pt>
          <cx:pt idx="721">Good Climate</cx:pt>
          <cx:pt idx="722">Good Climate</cx:pt>
          <cx:pt idx="723">Good Climate</cx:pt>
          <cx:pt idx="724">Good Climate</cx:pt>
          <cx:pt idx="725">Good Climate</cx:pt>
          <cx:pt idx="726">Good Climate</cx:pt>
          <cx:pt idx="727">Good Climate</cx:pt>
          <cx:pt idx="728">Good Climate</cx:pt>
          <cx:pt idx="729">Good Climate</cx:pt>
          <cx:pt idx="730">Good Climate</cx:pt>
          <cx:pt idx="731">Good Climate</cx:pt>
          <cx:pt idx="732">Good Climate</cx:pt>
          <cx:pt idx="733">Good Climate</cx:pt>
          <cx:pt idx="734">Good Climate</cx:pt>
          <cx:pt idx="735">Good Climate</cx:pt>
          <cx:pt idx="736">Good Climate</cx:pt>
          <cx:pt idx="737">Good Climate</cx:pt>
          <cx:pt idx="738">Good Climate</cx:pt>
          <cx:pt idx="739">Good Climate</cx:pt>
          <cx:pt idx="740">Good Climate</cx:pt>
          <cx:pt idx="741">Good Climate</cx:pt>
          <cx:pt idx="742">Good Climate</cx:pt>
          <cx:pt idx="743">Good Climate</cx:pt>
          <cx:pt idx="744">Good Climate</cx:pt>
          <cx:pt idx="745">Good Climate</cx:pt>
          <cx:pt idx="746">Good Climate</cx:pt>
          <cx:pt idx="747">Good Climate</cx:pt>
          <cx:pt idx="748">Good Climate</cx:pt>
          <cx:pt idx="749">Mild Climate</cx:pt>
          <cx:pt idx="750">Mild Climate</cx:pt>
          <cx:pt idx="751">Mild Climate</cx:pt>
          <cx:pt idx="752">Mild Climate</cx:pt>
          <cx:pt idx="753">Mild Climate</cx:pt>
          <cx:pt idx="754">Mild Climate</cx:pt>
          <cx:pt idx="755">Good Climate</cx:pt>
          <cx:pt idx="756">Good Climate</cx:pt>
          <cx:pt idx="757">Mild Climate</cx:pt>
          <cx:pt idx="758">Mild Climate</cx:pt>
          <cx:pt idx="759">Good Climate</cx:pt>
          <cx:pt idx="760">Mild Climate</cx:pt>
          <cx:pt idx="761">Mild Climate</cx:pt>
          <cx:pt idx="762">Mild Climate</cx:pt>
          <cx:pt idx="763">Mild Climate</cx:pt>
          <cx:pt idx="764">Mild Climate</cx:pt>
          <cx:pt idx="765">Mild Climate</cx:pt>
          <cx:pt idx="766">Mild Climate</cx:pt>
          <cx:pt idx="767">Mild Climate</cx:pt>
          <cx:pt idx="768">Mild Climate</cx:pt>
          <cx:pt idx="769">Mild Climate</cx:pt>
          <cx:pt idx="770">Mild Climate</cx:pt>
          <cx:pt idx="771">Mild Climate</cx:pt>
          <cx:pt idx="772">Mild Climate</cx:pt>
          <cx:pt idx="773">Mild Climate</cx:pt>
          <cx:pt idx="774">Mild Climate</cx:pt>
          <cx:pt idx="775">Mild Climate</cx:pt>
          <cx:pt idx="776">Rainy Climate</cx:pt>
          <cx:pt idx="777">Rainy Climate</cx:pt>
          <cx:pt idx="778">Rainy Climate</cx:pt>
          <cx:pt idx="779">Rainy Climate</cx:pt>
          <cx:pt idx="780">Rainy Climate</cx:pt>
          <cx:pt idx="781">Rainy Climate</cx:pt>
          <cx:pt idx="782">Rainy Climate</cx:pt>
          <cx:pt idx="783">Rainy Climate</cx:pt>
          <cx:pt idx="784">Rainy Climate</cx:pt>
          <cx:pt idx="785">Rainy Climate</cx:pt>
          <cx:pt idx="786">Rainy Climate</cx:pt>
          <cx:pt idx="787">Rainy Climate</cx:pt>
          <cx:pt idx="788">Rainy Climate</cx:pt>
          <cx:pt idx="789">Mild Climate</cx:pt>
          <cx:pt idx="790">Mild Climate</cx:pt>
          <cx:pt idx="791">Mild Climate</cx:pt>
          <cx:pt idx="792">Good Climate</cx:pt>
          <cx:pt idx="793">Good Climate</cx:pt>
          <cx:pt idx="794">Good Climate</cx:pt>
          <cx:pt idx="795">Good Climate</cx:pt>
          <cx:pt idx="796">Good Climate</cx:pt>
          <cx:pt idx="797">Good Climate</cx:pt>
          <cx:pt idx="798">Good Climate</cx:pt>
          <cx:pt idx="799">Good Climate</cx:pt>
          <cx:pt idx="800">Good Climate</cx:pt>
          <cx:pt idx="801">Good Climate</cx:pt>
          <cx:pt idx="802">Good Climate</cx:pt>
          <cx:pt idx="803">Good Climate</cx:pt>
          <cx:pt idx="804">Good Climate</cx:pt>
          <cx:pt idx="805">Good Climate</cx:pt>
          <cx:pt idx="806">Good Climate</cx:pt>
          <cx:pt idx="807">Good Climate</cx:pt>
          <cx:pt idx="808">Good Climate</cx:pt>
          <cx:pt idx="809">Good Climate</cx:pt>
          <cx:pt idx="810">Good Climate</cx:pt>
          <cx:pt idx="811">Good Climate</cx:pt>
          <cx:pt idx="812">Good Climate</cx:pt>
          <cx:pt idx="813">Good Climate</cx:pt>
          <cx:pt idx="814">Good Climate</cx:pt>
          <cx:pt idx="815">Good Climate</cx:pt>
          <cx:pt idx="816">Good Climate</cx:pt>
          <cx:pt idx="817">Good Climate</cx:pt>
          <cx:pt idx="818">Good Climate</cx:pt>
          <cx:pt idx="819">Good Climate</cx:pt>
          <cx:pt idx="820">Good Climate</cx:pt>
          <cx:pt idx="821">Good Climate</cx:pt>
          <cx:pt idx="822">Good Climate</cx:pt>
          <cx:pt idx="823">Good Climate</cx:pt>
          <cx:pt idx="824">Good Climate</cx:pt>
          <cx:pt idx="825">Good Climate</cx:pt>
          <cx:pt idx="826">Good Climate</cx:pt>
          <cx:pt idx="827">Good Climate</cx:pt>
          <cx:pt idx="828">Mild Climate</cx:pt>
          <cx:pt idx="829">Good Climate</cx:pt>
          <cx:pt idx="830">Good Climate</cx:pt>
          <cx:pt idx="831">Good Climate</cx:pt>
          <cx:pt idx="832">Mild Climate</cx:pt>
          <cx:pt idx="833">Mild Climate</cx:pt>
          <cx:pt idx="834">Mild Climate</cx:pt>
          <cx:pt idx="835">Mild Climate</cx:pt>
          <cx:pt idx="836">Mild Climate</cx:pt>
          <cx:pt idx="837">Mild Climate</cx:pt>
          <cx:pt idx="838">Mild Climate</cx:pt>
          <cx:pt idx="839">Mild Climate</cx:pt>
          <cx:pt idx="840">Mild Climate</cx:pt>
          <cx:pt idx="841">Good Climate</cx:pt>
          <cx:pt idx="842">Good Climate</cx:pt>
          <cx:pt idx="843">Mild Climate</cx:pt>
          <cx:pt idx="844">Mild Climate</cx:pt>
          <cx:pt idx="845">Mild Climate</cx:pt>
          <cx:pt idx="846">Mild Climate</cx:pt>
          <cx:pt idx="847">Rainy Climate</cx:pt>
          <cx:pt idx="848">Good Climate</cx:pt>
          <cx:pt idx="849">Good Climate</cx:pt>
          <cx:pt idx="850">Good Climate</cx:pt>
          <cx:pt idx="851">Good Climate</cx:pt>
          <cx:pt idx="852">Good Climate</cx:pt>
          <cx:pt idx="853">Good Climate</cx:pt>
          <cx:pt idx="854">Good Climate</cx:pt>
          <cx:pt idx="855">Good Climate</cx:pt>
          <cx:pt idx="856">Good Climate</cx:pt>
          <cx:pt idx="857">Mild Climate</cx:pt>
          <cx:pt idx="858">Good Climate</cx:pt>
          <cx:pt idx="859">Good Climate</cx:pt>
          <cx:pt idx="860">Good Climate</cx:pt>
          <cx:pt idx="861">Good Climate</cx:pt>
          <cx:pt idx="862">Good Climate</cx:pt>
          <cx:pt idx="863">Good Climate</cx:pt>
          <cx:pt idx="864">Good Climate</cx:pt>
          <cx:pt idx="865">Good Climate</cx:pt>
          <cx:pt idx="866">Good Climate</cx:pt>
          <cx:pt idx="867">Good Climate</cx:pt>
          <cx:pt idx="868">Good Climate</cx:pt>
          <cx:pt idx="869">Good Climate</cx:pt>
          <cx:pt idx="870">Good Climate</cx:pt>
          <cx:pt idx="871">Good Climate</cx:pt>
          <cx:pt idx="872">Good Climate</cx:pt>
          <cx:pt idx="873">Good Climate</cx:pt>
          <cx:pt idx="874">Good Climate</cx:pt>
          <cx:pt idx="875">Good Climate</cx:pt>
          <cx:pt idx="876">Good Climate</cx:pt>
          <cx:pt idx="877">Good Climate</cx:pt>
          <cx:pt idx="878">Mild Climate</cx:pt>
          <cx:pt idx="879">Mild Climate</cx:pt>
          <cx:pt idx="880">Good Climate</cx:pt>
          <cx:pt idx="881">Good Climate</cx:pt>
          <cx:pt idx="882">Mild Climate</cx:pt>
          <cx:pt idx="883">Mild Climate</cx:pt>
          <cx:pt idx="884">Mild Climate</cx:pt>
          <cx:pt idx="885">Mild Climate</cx:pt>
          <cx:pt idx="886">Rainy Climate</cx:pt>
          <cx:pt idx="887">Rainy Climate</cx:pt>
          <cx:pt idx="888">Mild Climate</cx:pt>
          <cx:pt idx="889">Rainy Climate</cx:pt>
          <cx:pt idx="890">Rainy Climate</cx:pt>
          <cx:pt idx="891">Rainy Climate</cx:pt>
          <cx:pt idx="892">Rainy Climate</cx:pt>
          <cx:pt idx="893">Rainy Climate</cx:pt>
          <cx:pt idx="894">Mild Climate</cx:pt>
          <cx:pt idx="895">Mild Climate</cx:pt>
          <cx:pt idx="896">Mild Climate</cx:pt>
          <cx:pt idx="897">Good Climate</cx:pt>
          <cx:pt idx="898">Good Climate</cx:pt>
          <cx:pt idx="899">Good Climate</cx:pt>
          <cx:pt idx="900">Good Climate</cx:pt>
          <cx:pt idx="901">Good Climate</cx:pt>
          <cx:pt idx="902">Good Climate</cx:pt>
          <cx:pt idx="903">Good Climate</cx:pt>
          <cx:pt idx="904">Good Climate</cx:pt>
          <cx:pt idx="905">Good Climate</cx:pt>
          <cx:pt idx="906">Good Climate</cx:pt>
          <cx:pt idx="907">Good Climate</cx:pt>
          <cx:pt idx="908">Good Climate</cx:pt>
          <cx:pt idx="909">Good Climate</cx:pt>
          <cx:pt idx="910">Good Climate</cx:pt>
          <cx:pt idx="911">Good Climate</cx:pt>
          <cx:pt idx="912">Good Climate</cx:pt>
          <cx:pt idx="913">Good Climate</cx:pt>
          <cx:pt idx="914">Good Climate</cx:pt>
          <cx:pt idx="915">Good Climate</cx:pt>
          <cx:pt idx="916">Good Climate</cx:pt>
          <cx:pt idx="917">Good Climate</cx:pt>
          <cx:pt idx="918">Good Climate</cx:pt>
          <cx:pt idx="919">Good Climate</cx:pt>
          <cx:pt idx="920">Good Climate</cx:pt>
          <cx:pt idx="921">Good Climate</cx:pt>
          <cx:pt idx="922">Good Climate</cx:pt>
          <cx:pt idx="923">Good Climate</cx:pt>
          <cx:pt idx="924">Good Climate</cx:pt>
          <cx:pt idx="925">Good Climate</cx:pt>
          <cx:pt idx="926">Good Climate</cx:pt>
          <cx:pt idx="927">Good Climate</cx:pt>
          <cx:pt idx="928">Good Climate</cx:pt>
          <cx:pt idx="929">Good Climate</cx:pt>
          <cx:pt idx="930">Good Climate</cx:pt>
          <cx:pt idx="931">Good Climate</cx:pt>
          <cx:pt idx="932">Good Climate</cx:pt>
          <cx:pt idx="933">Good Climate</cx:pt>
          <cx:pt idx="934">Good Climate</cx:pt>
          <cx:pt idx="935">Good Climate</cx:pt>
          <cx:pt idx="936">Good Climate</cx:pt>
          <cx:pt idx="937">Good Climate</cx:pt>
          <cx:pt idx="938">Good Climate</cx:pt>
          <cx:pt idx="939">Good Climate</cx:pt>
          <cx:pt idx="940">Good Climate</cx:pt>
          <cx:pt idx="941">Good Climate</cx:pt>
          <cx:pt idx="942">Good Climate</cx:pt>
          <cx:pt idx="943">Good Climate</cx:pt>
          <cx:pt idx="944">Good Climate</cx:pt>
          <cx:pt idx="945">Good Climate</cx:pt>
          <cx:pt idx="946">Good Climate</cx:pt>
          <cx:pt idx="947">Good Climate</cx:pt>
          <cx:pt idx="948">Good Climate</cx:pt>
          <cx:pt idx="949">Good Climate</cx:pt>
          <cx:pt idx="950">Good Climate</cx:pt>
          <cx:pt idx="951">Good Climate</cx:pt>
          <cx:pt idx="952">Good Climate</cx:pt>
          <cx:pt idx="953">Good Climate</cx:pt>
          <cx:pt idx="954">Good Climate</cx:pt>
          <cx:pt idx="955">Good Climate</cx:pt>
          <cx:pt idx="956">Good Climate</cx:pt>
          <cx:pt idx="957">Good Climate</cx:pt>
          <cx:pt idx="958">Good Climate</cx:pt>
          <cx:pt idx="959">Good Climate</cx:pt>
          <cx:pt idx="960">Good Climate</cx:pt>
          <cx:pt idx="961">Good Climate</cx:pt>
          <cx:pt idx="962">Mild Climate</cx:pt>
          <cx:pt idx="963">Mild Climate</cx:pt>
          <cx:pt idx="964">Mild Climate</cx:pt>
          <cx:pt idx="965">Mild Climate</cx:pt>
          <cx:pt idx="966">Mild Climate</cx:pt>
          <cx:pt idx="967">Mild Climate</cx:pt>
          <cx:pt idx="968">Mild Climate</cx:pt>
          <cx:pt idx="969">Good Climate</cx:pt>
          <cx:pt idx="970">Good Climate</cx:pt>
          <cx:pt idx="971">Good Climate</cx:pt>
          <cx:pt idx="972">Good Climate</cx:pt>
          <cx:pt idx="973">Mild Climate</cx:pt>
          <cx:pt idx="974">Mild Climate</cx:pt>
          <cx:pt idx="975">Mild Climate</cx:pt>
          <cx:pt idx="976">Good Climate</cx:pt>
          <cx:pt idx="977">Good Climate</cx:pt>
          <cx:pt idx="978">Good Climate</cx:pt>
          <cx:pt idx="979">Good Climate</cx:pt>
          <cx:pt idx="980">Good Climate</cx:pt>
          <cx:pt idx="981">Good Climate</cx:pt>
          <cx:pt idx="982">Good Climate</cx:pt>
          <cx:pt idx="983">Good Climate</cx:pt>
          <cx:pt idx="984">Good Climate</cx:pt>
          <cx:pt idx="985">Good Climate</cx:pt>
          <cx:pt idx="986">Good Climate</cx:pt>
          <cx:pt idx="987">Good Climate</cx:pt>
          <cx:pt idx="988">Good Climate</cx:pt>
          <cx:pt idx="989">Good Climate</cx:pt>
          <cx:pt idx="990">Good Climate</cx:pt>
          <cx:pt idx="991">Good Climate</cx:pt>
          <cx:pt idx="992">Good Climate</cx:pt>
          <cx:pt idx="993">Good Climate</cx:pt>
          <cx:pt idx="994">Mild Climate</cx:pt>
          <cx:pt idx="995">Mild Climate</cx:pt>
          <cx:pt idx="996">Mild Climate</cx:pt>
          <cx:pt idx="997">Good Climate</cx:pt>
          <cx:pt idx="998">Good Climate</cx:pt>
          <cx:pt idx="999">Good Climate</cx:pt>
        </cx:lvl>
      </cx:strDim>
      <cx:numDim type="size">
        <cx:f>Sheet2!$D$2:$D$1001</cx:f>
        <cx:lvl ptCount="1000" formatCode="General">
          <cx:pt idx="0">16</cx:pt>
          <cx:pt idx="1">40</cx:pt>
          <cx:pt idx="2">32</cx:pt>
          <cx:pt idx="3">13</cx:pt>
          <cx:pt idx="4">1</cx:pt>
          <cx:pt idx="5">1</cx:pt>
          <cx:pt idx="6">2</cx:pt>
          <cx:pt idx="7">3</cx:pt>
          <cx:pt idx="8">8</cx:pt>
          <cx:pt idx="9">14</cx:pt>
          <cx:pt idx="10">36</cx:pt>
          <cx:pt idx="11">56</cx:pt>
          <cx:pt idx="12">84</cx:pt>
          <cx:pt idx="13">94</cx:pt>
          <cx:pt idx="14">106</cx:pt>
          <cx:pt idx="15">110</cx:pt>
          <cx:pt idx="16">93</cx:pt>
          <cx:pt idx="17">67</cx:pt>
          <cx:pt idx="18">35</cx:pt>
          <cx:pt idx="19">37</cx:pt>
          <cx:pt idx="20">36</cx:pt>
          <cx:pt idx="21">34</cx:pt>
          <cx:pt idx="22">28</cx:pt>
          <cx:pt idx="23">39</cx:pt>
          <cx:pt idx="24">17</cx:pt>
          <cx:pt idx="25">17</cx:pt>
          <cx:pt idx="26">9</cx:pt>
          <cx:pt idx="27">6</cx:pt>
          <cx:pt idx="28">3</cx:pt>
          <cx:pt idx="29">2</cx:pt>
          <cx:pt idx="30">1</cx:pt>
          <cx:pt idx="31">8</cx:pt>
          <cx:pt idx="32">20</cx:pt>
          <cx:pt idx="33">53</cx:pt>
          <cx:pt idx="34">70</cx:pt>
          <cx:pt idx="35">93</cx:pt>
          <cx:pt idx="36">75</cx:pt>
          <cx:pt idx="37">59</cx:pt>
          <cx:pt idx="38">74</cx:pt>
          <cx:pt idx="39">76</cx:pt>
          <cx:pt idx="40">65</cx:pt>
          <cx:pt idx="41">53</cx:pt>
          <cx:pt idx="42">30</cx:pt>
          <cx:pt idx="43">22</cx:pt>
          <cx:pt idx="44">31</cx:pt>
          <cx:pt idx="45">9</cx:pt>
          <cx:pt idx="46">8</cx:pt>
          <cx:pt idx="47">5</cx:pt>
          <cx:pt idx="48">2</cx:pt>
          <cx:pt idx="49">1</cx:pt>
          <cx:pt idx="50">3</cx:pt>
          <cx:pt idx="51">30</cx:pt>
          <cx:pt idx="52">64</cx:pt>
          <cx:pt idx="53">154</cx:pt>
          <cx:pt idx="54">88</cx:pt>
          <cx:pt idx="55">44</cx:pt>
          <cx:pt idx="56">51</cx:pt>
          <cx:pt idx="57">61</cx:pt>
          <cx:pt idx="58">61</cx:pt>
          <cx:pt idx="59">77</cx:pt>
          <cx:pt idx="60">72</cx:pt>
          <cx:pt idx="61">76</cx:pt>
          <cx:pt idx="62">157</cx:pt>
          <cx:pt idx="63">157</cx:pt>
          <cx:pt idx="64">110</cx:pt>
          <cx:pt idx="65">52</cx:pt>
          <cx:pt idx="66">52</cx:pt>
          <cx:pt idx="67">20</cx:pt>
          <cx:pt idx="68">12</cx:pt>
          <cx:pt idx="69">5</cx:pt>
          <cx:pt idx="70">2</cx:pt>
          <cx:pt idx="71">1</cx:pt>
          <cx:pt idx="72">2</cx:pt>
          <cx:pt idx="73">4</cx:pt>
          <cx:pt idx="74">36</cx:pt>
          <cx:pt idx="75">94</cx:pt>
          <cx:pt idx="76">179</cx:pt>
          <cx:pt idx="77">100</cx:pt>
          <cx:pt idx="78">42</cx:pt>
          <cx:pt idx="79">57</cx:pt>
          <cx:pt idx="80">78</cx:pt>
          <cx:pt idx="81">97</cx:pt>
          <cx:pt idx="82">63</cx:pt>
          <cx:pt idx="83">65</cx:pt>
          <cx:pt idx="84">83</cx:pt>
          <cx:pt idx="85">212</cx:pt>
          <cx:pt idx="86">182</cx:pt>
          <cx:pt idx="87">112</cx:pt>
          <cx:pt idx="88">54</cx:pt>
          <cx:pt idx="89">48</cx:pt>
          <cx:pt idx="90">35</cx:pt>
          <cx:pt idx="91">11</cx:pt>
          <cx:pt idx="92">6</cx:pt>
          <cx:pt idx="93">6</cx:pt>
          <cx:pt idx="94">2</cx:pt>
          <cx:pt idx="95">2</cx:pt>
          <cx:pt idx="96">3</cx:pt>
          <cx:pt idx="97">33</cx:pt>
          <cx:pt idx="98">88</cx:pt>
          <cx:pt idx="99">195</cx:pt>
          <cx:pt idx="100">115</cx:pt>
          <cx:pt idx="101">57</cx:pt>
          <cx:pt idx="102">46</cx:pt>
          <cx:pt idx="103">79</cx:pt>
          <cx:pt idx="104">71</cx:pt>
          <cx:pt idx="105">62</cx:pt>
          <cx:pt idx="106">62</cx:pt>
          <cx:pt idx="107">89</cx:pt>
          <cx:pt idx="108">190</cx:pt>
          <cx:pt idx="109">169</cx:pt>
          <cx:pt idx="110">132</cx:pt>
          <cx:pt idx="111">89</cx:pt>
          <cx:pt idx="112">43</cx:pt>
          <cx:pt idx="113">42</cx:pt>
          <cx:pt idx="114">19</cx:pt>
          <cx:pt idx="115">11</cx:pt>
          <cx:pt idx="116">4</cx:pt>
          <cx:pt idx="117">2</cx:pt>
          <cx:pt idx="118">1</cx:pt>
          <cx:pt idx="119">4</cx:pt>
          <cx:pt idx="120">36</cx:pt>
          <cx:pt idx="121">95</cx:pt>
          <cx:pt idx="122">219</cx:pt>
          <cx:pt idx="123">122</cx:pt>
          <cx:pt idx="124">45</cx:pt>
          <cx:pt idx="125">59</cx:pt>
          <cx:pt idx="126">84</cx:pt>
          <cx:pt idx="127">67</cx:pt>
          <cx:pt idx="128">70</cx:pt>
          <cx:pt idx="129">62</cx:pt>
          <cx:pt idx="130">86</cx:pt>
          <cx:pt idx="131">172</cx:pt>
          <cx:pt idx="132">163</cx:pt>
          <cx:pt idx="133">112</cx:pt>
          <cx:pt idx="134">69</cx:pt>
          <cx:pt idx="135">48</cx:pt>
          <cx:pt idx="136">52</cx:pt>
          <cx:pt idx="137">23</cx:pt>
          <cx:pt idx="138">17</cx:pt>
          <cx:pt idx="139">7</cx:pt>
          <cx:pt idx="140">1</cx:pt>
          <cx:pt idx="141">1</cx:pt>
          <cx:pt idx="142">5</cx:pt>
          <cx:pt idx="143">34</cx:pt>
          <cx:pt idx="144">84</cx:pt>
          <cx:pt idx="145">210</cx:pt>
          <cx:pt idx="146">134</cx:pt>
          <cx:pt idx="147">63</cx:pt>
          <cx:pt idx="148">67</cx:pt>
          <cx:pt idx="149">59</cx:pt>
          <cx:pt idx="150">73</cx:pt>
          <cx:pt idx="151">50</cx:pt>
          <cx:pt idx="152">72</cx:pt>
          <cx:pt idx="153">87</cx:pt>
          <cx:pt idx="154">187</cx:pt>
          <cx:pt idx="155">123</cx:pt>
          <cx:pt idx="156">95</cx:pt>
          <cx:pt idx="157">51</cx:pt>
          <cx:pt idx="158">39</cx:pt>
          <cx:pt idx="159">36</cx:pt>
          <cx:pt idx="160">15</cx:pt>
          <cx:pt idx="161">25</cx:pt>
          <cx:pt idx="162">16</cx:pt>
          <cx:pt idx="163">16</cx:pt>
          <cx:pt idx="164">7</cx:pt>
          <cx:pt idx="165">1</cx:pt>
          <cx:pt idx="166">5</cx:pt>
          <cx:pt idx="167">2</cx:pt>
          <cx:pt idx="168">9</cx:pt>
          <cx:pt idx="169">15</cx:pt>
          <cx:pt idx="170">20</cx:pt>
          <cx:pt idx="171">61</cx:pt>
          <cx:pt idx="172">62</cx:pt>
          <cx:pt idx="173">98</cx:pt>
          <cx:pt idx="174">102</cx:pt>
          <cx:pt idx="175">95</cx:pt>
          <cx:pt idx="176">74</cx:pt>
          <cx:pt idx="177">76</cx:pt>
          <cx:pt idx="178">69</cx:pt>
          <cx:pt idx="179">55</cx:pt>
          <cx:pt idx="180">30</cx:pt>
          <cx:pt idx="181">28</cx:pt>
          <cx:pt idx="182">37</cx:pt>
          <cx:pt idx="183">34</cx:pt>
          <cx:pt idx="184">22</cx:pt>
          <cx:pt idx="185">25</cx:pt>
          <cx:pt idx="186">12</cx:pt>
          <cx:pt idx="187">11</cx:pt>
          <cx:pt idx="188">4</cx:pt>
          <cx:pt idx="189">1</cx:pt>
          <cx:pt idx="190">1</cx:pt>
          <cx:pt idx="191">1</cx:pt>
          <cx:pt idx="192">6</cx:pt>
          <cx:pt idx="193">10</cx:pt>
          <cx:pt idx="194">19</cx:pt>
          <cx:pt idx="195">49</cx:pt>
          <cx:pt idx="196">49</cx:pt>
          <cx:pt idx="197">83</cx:pt>
          <cx:pt idx="198">75</cx:pt>
          <cx:pt idx="199">72</cx:pt>
          <cx:pt idx="200">82</cx:pt>
          <cx:pt idx="201">92</cx:pt>
          <cx:pt idx="202">62</cx:pt>
          <cx:pt idx="203">48</cx:pt>
          <cx:pt idx="204">41</cx:pt>
          <cx:pt idx="205">38</cx:pt>
          <cx:pt idx="206">20</cx:pt>
          <cx:pt idx="207">15</cx:pt>
          <cx:pt idx="208">6</cx:pt>
          <cx:pt idx="209">5</cx:pt>
          <cx:pt idx="210">1</cx:pt>
          <cx:pt idx="211">3</cx:pt>
          <cx:pt idx="212">1</cx:pt>
          <cx:pt idx="213">3</cx:pt>
          <cx:pt idx="214">3</cx:pt>
          <cx:pt idx="215">31</cx:pt>
          <cx:pt idx="216">77</cx:pt>
          <cx:pt idx="217">188</cx:pt>
          <cx:pt idx="218">94</cx:pt>
          <cx:pt idx="219">31</cx:pt>
          <cx:pt idx="220">30</cx:pt>
          <cx:pt idx="221">52</cx:pt>
          <cx:pt idx="222">54</cx:pt>
          <cx:pt idx="223">47</cx:pt>
          <cx:pt idx="224">45</cx:pt>
          <cx:pt idx="225">74</cx:pt>
          <cx:pt idx="226">178</cx:pt>
          <cx:pt idx="227">155</cx:pt>
          <cx:pt idx="228">95</cx:pt>
          <cx:pt idx="229">74</cx:pt>
          <cx:pt idx="230">38</cx:pt>
          <cx:pt idx="231">24</cx:pt>
          <cx:pt idx="232">18</cx:pt>
          <cx:pt idx="233">12</cx:pt>
          <cx:pt idx="234">3</cx:pt>
          <cx:pt idx="235">3</cx:pt>
          <cx:pt idx="236">6</cx:pt>
          <cx:pt idx="237">27</cx:pt>
          <cx:pt idx="238">99</cx:pt>
          <cx:pt idx="239">217</cx:pt>
          <cx:pt idx="240">130</cx:pt>
          <cx:pt idx="241">54</cx:pt>
          <cx:pt idx="242">35</cx:pt>
          <cx:pt idx="243">57</cx:pt>
          <cx:pt idx="244">52</cx:pt>
          <cx:pt idx="245">63</cx:pt>
          <cx:pt idx="246">47</cx:pt>
          <cx:pt idx="247">76</cx:pt>
          <cx:pt idx="248">136</cx:pt>
          <cx:pt idx="249">95</cx:pt>
          <cx:pt idx="250">51</cx:pt>
          <cx:pt idx="251">32</cx:pt>
          <cx:pt idx="252">20</cx:pt>
          <cx:pt idx="253">29</cx:pt>
          <cx:pt idx="254">19</cx:pt>
          <cx:pt idx="255">7</cx:pt>
          <cx:pt idx="256">6</cx:pt>
          <cx:pt idx="257">1</cx:pt>
          <cx:pt idx="258">5</cx:pt>
          <cx:pt idx="259">16</cx:pt>
          <cx:pt idx="260">54</cx:pt>
          <cx:pt idx="261">128</cx:pt>
          <cx:pt idx="262">81</cx:pt>
          <cx:pt idx="263">39</cx:pt>
          <cx:pt idx="264">35</cx:pt>
          <cx:pt idx="265">55</cx:pt>
          <cx:pt idx="266">49</cx:pt>
          <cx:pt idx="267">44</cx:pt>
          <cx:pt idx="268">49</cx:pt>
          <cx:pt idx="269">68</cx:pt>
          <cx:pt idx="270">139</cx:pt>
          <cx:pt idx="271">137</cx:pt>
          <cx:pt idx="272">83</cx:pt>
          <cx:pt idx="273">56</cx:pt>
          <cx:pt idx="274">57</cx:pt>
          <cx:pt idx="275">33</cx:pt>
          <cx:pt idx="276">20</cx:pt>
          <cx:pt idx="277">7</cx:pt>
          <cx:pt idx="278">2</cx:pt>
          <cx:pt idx="279">2</cx:pt>
          <cx:pt idx="280">3</cx:pt>
          <cx:pt idx="281">4</cx:pt>
          <cx:pt idx="282">3</cx:pt>
          <cx:pt idx="283">28</cx:pt>
          <cx:pt idx="284">72</cx:pt>
          <cx:pt idx="285">202</cx:pt>
          <cx:pt idx="286">139</cx:pt>
          <cx:pt idx="287">38</cx:pt>
          <cx:pt idx="288">37</cx:pt>
          <cx:pt idx="289">52</cx:pt>
          <cx:pt idx="290">83</cx:pt>
          <cx:pt idx="291">42</cx:pt>
          <cx:pt idx="292">60</cx:pt>
          <cx:pt idx="293">78</cx:pt>
          <cx:pt idx="294">162</cx:pt>
          <cx:pt idx="295">144</cx:pt>
          <cx:pt idx="296">99</cx:pt>
          <cx:pt idx="297">64</cx:pt>
          <cx:pt idx="298">40</cx:pt>
          <cx:pt idx="299">30</cx:pt>
          <cx:pt idx="300">15</cx:pt>
          <cx:pt idx="301">14</cx:pt>
          <cx:pt idx="302">5</cx:pt>
          <cx:pt idx="303">1</cx:pt>
          <cx:pt idx="304">1</cx:pt>
          <cx:pt idx="305">8</cx:pt>
          <cx:pt idx="306">17</cx:pt>
          <cx:pt idx="307">70</cx:pt>
          <cx:pt idx="308">158</cx:pt>
          <cx:pt idx="309">117</cx:pt>
          <cx:pt idx="310">44</cx:pt>
          <cx:pt idx="311">53</cx:pt>
          <cx:pt idx="312">61</cx:pt>
          <cx:pt idx="313">77</cx:pt>
          <cx:pt idx="314">64</cx:pt>
          <cx:pt idx="315">68</cx:pt>
          <cx:pt idx="316">90</cx:pt>
          <cx:pt idx="317">159</cx:pt>
          <cx:pt idx="318">139</cx:pt>
          <cx:pt idx="319">92</cx:pt>
          <cx:pt idx="320">68</cx:pt>
          <cx:pt idx="321">52</cx:pt>
          <cx:pt idx="322">36</cx:pt>
          <cx:pt idx="323">27</cx:pt>
          <cx:pt idx="324">28</cx:pt>
          <cx:pt idx="325">20</cx:pt>
          <cx:pt idx="326">12</cx:pt>
          <cx:pt idx="327">8</cx:pt>
          <cx:pt idx="328">5</cx:pt>
          <cx:pt idx="329">1</cx:pt>
          <cx:pt idx="330">3</cx:pt>
          <cx:pt idx="331">10</cx:pt>
          <cx:pt idx="332">23</cx:pt>
          <cx:pt idx="333">33</cx:pt>
          <cx:pt idx="334">59</cx:pt>
          <cx:pt idx="335">72</cx:pt>
          <cx:pt idx="336">89</cx:pt>
          <cx:pt idx="337">101</cx:pt>
          <cx:pt idx="338">118</cx:pt>
          <cx:pt idx="339">129</cx:pt>
          <cx:pt idx="340">128</cx:pt>
          <cx:pt idx="341">83</cx:pt>
          <cx:pt idx="342">84</cx:pt>
          <cx:pt idx="343">74</cx:pt>
          <cx:pt idx="344">41</cx:pt>
          <cx:pt idx="345">57</cx:pt>
          <cx:pt idx="346">26</cx:pt>
          <cx:pt idx="347">44</cx:pt>
          <cx:pt idx="348">39</cx:pt>
          <cx:pt idx="349">23</cx:pt>
          <cx:pt idx="350">16</cx:pt>
          <cx:pt idx="351">15</cx:pt>
          <cx:pt idx="352">1</cx:pt>
          <cx:pt idx="353">2</cx:pt>
          <cx:pt idx="354">1</cx:pt>
          <cx:pt idx="355">3</cx:pt>
          <cx:pt idx="356">18</cx:pt>
          <cx:pt idx="357">32</cx:pt>
          <cx:pt idx="358">79</cx:pt>
          <cx:pt idx="359">93</cx:pt>
          <cx:pt idx="360">104</cx:pt>
          <cx:pt idx="361">118</cx:pt>
          <cx:pt idx="362">91</cx:pt>
          <cx:pt idx="363">113</cx:pt>
          <cx:pt idx="364">99</cx:pt>
          <cx:pt idx="365">105</cx:pt>
          <cx:pt idx="366">67</cx:pt>
          <cx:pt idx="367">61</cx:pt>
          <cx:pt idx="368">57</cx:pt>
          <cx:pt idx="369">28</cx:pt>
          <cx:pt idx="370">21</cx:pt>
          <cx:pt idx="371">18</cx:pt>
          <cx:pt idx="372">17</cx:pt>
          <cx:pt idx="373">16</cx:pt>
          <cx:pt idx="374">8</cx:pt>
          <cx:pt idx="375">2</cx:pt>
          <cx:pt idx="376">3</cx:pt>
          <cx:pt idx="377">1</cx:pt>
          <cx:pt idx="378">5</cx:pt>
          <cx:pt idx="379">13</cx:pt>
          <cx:pt idx="380">33</cx:pt>
          <cx:pt idx="381">47</cx:pt>
          <cx:pt idx="382">57</cx:pt>
          <cx:pt idx="383">64</cx:pt>
          <cx:pt idx="384">80</cx:pt>
          <cx:pt idx="385">93</cx:pt>
          <cx:pt idx="386">86</cx:pt>
          <cx:pt idx="387">93</cx:pt>
          <cx:pt idx="388">82</cx:pt>
          <cx:pt idx="389">71</cx:pt>
          <cx:pt idx="390">92</cx:pt>
          <cx:pt idx="391">60</cx:pt>
          <cx:pt idx="392">33</cx:pt>
          <cx:pt idx="393">27</cx:pt>
          <cx:pt idx="394">13</cx:pt>
          <cx:pt idx="395">4</cx:pt>
          <cx:pt idx="396">3</cx:pt>
          <cx:pt idx="397">22</cx:pt>
          <cx:pt idx="398">28</cx:pt>
          <cx:pt idx="399">35</cx:pt>
          <cx:pt idx="400">61</cx:pt>
          <cx:pt idx="401">125</cx:pt>
          <cx:pt idx="402">133</cx:pt>
          <cx:pt idx="403">99</cx:pt>
          <cx:pt idx="404">83</cx:pt>
          <cx:pt idx="405">41</cx:pt>
          <cx:pt idx="406">33</cx:pt>
          <cx:pt idx="407">20</cx:pt>
          <cx:pt idx="408">3</cx:pt>
          <cx:pt idx="409">7</cx:pt>
          <cx:pt idx="410">3</cx:pt>
          <cx:pt idx="411">2</cx:pt>
          <cx:pt idx="412">7</cx:pt>
          <cx:pt idx="413">32</cx:pt>
          <cx:pt idx="414">90</cx:pt>
          <cx:pt idx="415">197</cx:pt>
          <cx:pt idx="416">109</cx:pt>
          <cx:pt idx="417">47</cx:pt>
          <cx:pt idx="418">52</cx:pt>
          <cx:pt idx="419">70</cx:pt>
          <cx:pt idx="420">78</cx:pt>
          <cx:pt idx="421">75</cx:pt>
          <cx:pt idx="422">82</cx:pt>
          <cx:pt idx="423">104</cx:pt>
          <cx:pt idx="424">197</cx:pt>
          <cx:pt idx="425">161</cx:pt>
          <cx:pt idx="426">112</cx:pt>
          <cx:pt idx="427">76</cx:pt>
          <cx:pt idx="428">59</cx:pt>
          <cx:pt idx="429">59</cx:pt>
          <cx:pt idx="430">28</cx:pt>
          <cx:pt idx="431">13</cx:pt>
          <cx:pt idx="432">5</cx:pt>
          <cx:pt idx="433">2</cx:pt>
          <cx:pt idx="434">1</cx:pt>
          <cx:pt idx="435">1</cx:pt>
          <cx:pt idx="436">6</cx:pt>
          <cx:pt idx="437">35</cx:pt>
          <cx:pt idx="438">101</cx:pt>
          <cx:pt idx="439">249</cx:pt>
          <cx:pt idx="440">143</cx:pt>
          <cx:pt idx="441">57</cx:pt>
          <cx:pt idx="442">68</cx:pt>
          <cx:pt idx="443">84</cx:pt>
          <cx:pt idx="444">98</cx:pt>
          <cx:pt idx="445">81</cx:pt>
          <cx:pt idx="446">70</cx:pt>
          <cx:pt idx="447">91</cx:pt>
          <cx:pt idx="448">215</cx:pt>
          <cx:pt idx="449">185</cx:pt>
          <cx:pt idx="450">152</cx:pt>
          <cx:pt idx="451">126</cx:pt>
          <cx:pt idx="452">57</cx:pt>
          <cx:pt idx="453">56</cx:pt>
          <cx:pt idx="454">31</cx:pt>
          <cx:pt idx="455">21</cx:pt>
          <cx:pt idx="456">6</cx:pt>
          <cx:pt idx="457">2</cx:pt>
          <cx:pt idx="458">1</cx:pt>
          <cx:pt idx="459">1</cx:pt>
          <cx:pt idx="460">5</cx:pt>
          <cx:pt idx="461">27</cx:pt>
          <cx:pt idx="462">68</cx:pt>
          <cx:pt idx="463">217</cx:pt>
          <cx:pt idx="464">166</cx:pt>
          <cx:pt idx="465">63</cx:pt>
          <cx:pt idx="466">59</cx:pt>
          <cx:pt idx="467">78</cx:pt>
          <cx:pt idx="468">73</cx:pt>
          <cx:pt idx="469">62</cx:pt>
          <cx:pt idx="470">65</cx:pt>
          <cx:pt idx="471">97</cx:pt>
          <cx:pt idx="472">161</cx:pt>
          <cx:pt idx="473">120</cx:pt>
          <cx:pt idx="474">96</cx:pt>
          <cx:pt idx="475">53</cx:pt>
          <cx:pt idx="476">41</cx:pt>
          <cx:pt idx="477">34</cx:pt>
          <cx:pt idx="478">27</cx:pt>
          <cx:pt idx="479">13</cx:pt>
          <cx:pt idx="480">12</cx:pt>
          <cx:pt idx="481">11</cx:pt>
          <cx:pt idx="482">7</cx:pt>
          <cx:pt idx="483">3</cx:pt>
          <cx:pt idx="484">2</cx:pt>
          <cx:pt idx="485">8</cx:pt>
          <cx:pt idx="486">27</cx:pt>
          <cx:pt idx="487">40</cx:pt>
          <cx:pt idx="488">53</cx:pt>
          <cx:pt idx="489">63</cx:pt>
          <cx:pt idx="490">70</cx:pt>
          <cx:pt idx="491">84</cx:pt>
          <cx:pt idx="492">75</cx:pt>
          <cx:pt idx="493">103</cx:pt>
          <cx:pt idx="494">83</cx:pt>
          <cx:pt idx="495">67</cx:pt>
          <cx:pt idx="496">54</cx:pt>
          <cx:pt idx="497">59</cx:pt>
          <cx:pt idx="498">45</cx:pt>
          <cx:pt idx="499">39</cx:pt>
          <cx:pt idx="500">30</cx:pt>
          <cx:pt idx="501">33</cx:pt>
          <cx:pt idx="502">22</cx:pt>
          <cx:pt idx="503">13</cx:pt>
          <cx:pt idx="504">18</cx:pt>
          <cx:pt idx="505">5</cx:pt>
          <cx:pt idx="506">3</cx:pt>
          <cx:pt idx="507">1</cx:pt>
          <cx:pt idx="508">2</cx:pt>
          <cx:pt idx="509">19</cx:pt>
          <cx:pt idx="510">28</cx:pt>
          <cx:pt idx="511">58</cx:pt>
          <cx:pt idx="512">99</cx:pt>
          <cx:pt idx="513">116</cx:pt>
          <cx:pt idx="514">87</cx:pt>
          <cx:pt idx="515">110</cx:pt>
          <cx:pt idx="516">77</cx:pt>
          <cx:pt idx="517">65</cx:pt>
          <cx:pt idx="518">55</cx:pt>
          <cx:pt idx="519">49</cx:pt>
          <cx:pt idx="520">50</cx:pt>
          <cx:pt idx="521">35</cx:pt>
          <cx:pt idx="522">25</cx:pt>
          <cx:pt idx="523">28</cx:pt>
          <cx:pt idx="524">21</cx:pt>
          <cx:pt idx="525">7</cx:pt>
          <cx:pt idx="526">1</cx:pt>
          <cx:pt idx="527">1</cx:pt>
          <cx:pt idx="528">1</cx:pt>
          <cx:pt idx="529">5</cx:pt>
          <cx:pt idx="530">15</cx:pt>
          <cx:pt idx="531">84</cx:pt>
          <cx:pt idx="532">177</cx:pt>
          <cx:pt idx="533">102</cx:pt>
          <cx:pt idx="534">40</cx:pt>
          <cx:pt idx="535">46</cx:pt>
          <cx:pt idx="536">63</cx:pt>
          <cx:pt idx="537">60</cx:pt>
          <cx:pt idx="538">45</cx:pt>
          <cx:pt idx="539">57</cx:pt>
          <cx:pt idx="540">70</cx:pt>
          <cx:pt idx="541">184</cx:pt>
          <cx:pt idx="542">153</cx:pt>
          <cx:pt idx="543">106</cx:pt>
          <cx:pt idx="544">81</cx:pt>
          <cx:pt idx="545">59</cx:pt>
          <cx:pt idx="546">35</cx:pt>
          <cx:pt idx="547">24</cx:pt>
          <cx:pt idx="548">9</cx:pt>
          <cx:pt idx="549">5</cx:pt>
          <cx:pt idx="550">2</cx:pt>
          <cx:pt idx="551">1</cx:pt>
          <cx:pt idx="552">9</cx:pt>
          <cx:pt idx="553">36</cx:pt>
          <cx:pt idx="554">108</cx:pt>
          <cx:pt idx="555">238</cx:pt>
          <cx:pt idx="556">144</cx:pt>
          <cx:pt idx="557">55</cx:pt>
          <cx:pt idx="558">61</cx:pt>
          <cx:pt idx="559">106</cx:pt>
          <cx:pt idx="560">93</cx:pt>
          <cx:pt idx="561">68</cx:pt>
          <cx:pt idx="562">84</cx:pt>
          <cx:pt idx="563">116</cx:pt>
          <cx:pt idx="564">222</cx:pt>
          <cx:pt idx="565">225</cx:pt>
          <cx:pt idx="566">146</cx:pt>
          <cx:pt idx="567">119</cx:pt>
          <cx:pt idx="568">45</cx:pt>
          <cx:pt idx="569">53</cx:pt>
          <cx:pt idx="570">40</cx:pt>
          <cx:pt idx="571">17</cx:pt>
          <cx:pt idx="572">5</cx:pt>
          <cx:pt idx="573">10</cx:pt>
          <cx:pt idx="574">1</cx:pt>
          <cx:pt idx="575">8</cx:pt>
          <cx:pt idx="576">30</cx:pt>
          <cx:pt idx="577">72</cx:pt>
          <cx:pt idx="578">58</cx:pt>
          <cx:pt idx="579">28</cx:pt>
          <cx:pt idx="580">41</cx:pt>
          <cx:pt idx="581">48</cx:pt>
          <cx:pt idx="582">47</cx:pt>
          <cx:pt idx="583">36</cx:pt>
          <cx:pt idx="584">43</cx:pt>
          <cx:pt idx="585">36</cx:pt>
          <cx:pt idx="586">26</cx:pt>
          <cx:pt idx="587">24</cx:pt>
          <cx:pt idx="588">84</cx:pt>
          <cx:pt idx="589">104</cx:pt>
          <cx:pt idx="590">79</cx:pt>
          <cx:pt idx="591">59</cx:pt>
          <cx:pt idx="592">38</cx:pt>
          <cx:pt idx="593">27</cx:pt>
          <cx:pt idx="594">16</cx:pt>
          <cx:pt idx="595">9</cx:pt>
          <cx:pt idx="596">3</cx:pt>
          <cx:pt idx="597">2</cx:pt>
          <cx:pt idx="598">1</cx:pt>
          <cx:pt idx="599">4</cx:pt>
          <cx:pt idx="600">16</cx:pt>
          <cx:pt idx="601">60</cx:pt>
          <cx:pt idx="602">157</cx:pt>
          <cx:pt idx="603">101</cx:pt>
          <cx:pt idx="604">49</cx:pt>
          <cx:pt idx="605">30</cx:pt>
          <cx:pt idx="606">29</cx:pt>
          <cx:pt idx="607">31</cx:pt>
          <cx:pt idx="608">38</cx:pt>
          <cx:pt idx="609">41</cx:pt>
          <cx:pt idx="610">20</cx:pt>
          <cx:pt idx="611">15</cx:pt>
          <cx:pt idx="612">8</cx:pt>
          <cx:pt idx="613">3</cx:pt>
          <cx:pt idx="614">2</cx:pt>
          <cx:pt idx="615">5</cx:pt>
          <cx:pt idx="616">34</cx:pt>
          <cx:pt idx="617">34</cx:pt>
          <cx:pt idx="618">55</cx:pt>
          <cx:pt idx="619">64</cx:pt>
          <cx:pt idx="620">78</cx:pt>
          <cx:pt idx="621">65</cx:pt>
          <cx:pt idx="622">99</cx:pt>
          <cx:pt idx="623">120</cx:pt>
          <cx:pt idx="624">107</cx:pt>
          <cx:pt idx="625">91</cx:pt>
          <cx:pt idx="626">68</cx:pt>
          <cx:pt idx="627">58</cx:pt>
          <cx:pt idx="628">43</cx:pt>
          <cx:pt idx="629">36</cx:pt>
          <cx:pt idx="630">32</cx:pt>
          <cx:pt idx="631">33</cx:pt>
          <cx:pt idx="632">33</cx:pt>
          <cx:pt idx="633">29</cx:pt>
          <cx:pt idx="634">11</cx:pt>
          <cx:pt idx="635">8</cx:pt>
          <cx:pt idx="636">1</cx:pt>
          <cx:pt idx="637">3</cx:pt>
          <cx:pt idx="638">3</cx:pt>
          <cx:pt idx="639">12</cx:pt>
          <cx:pt idx="640">38</cx:pt>
          <cx:pt idx="641">64</cx:pt>
          <cx:pt idx="642">59</cx:pt>
          <cx:pt idx="643">97</cx:pt>
          <cx:pt idx="644">84</cx:pt>
          <cx:pt idx="645">122</cx:pt>
          <cx:pt idx="646">109</cx:pt>
          <cx:pt idx="647">123</cx:pt>
          <cx:pt idx="648">77</cx:pt>
          <cx:pt idx="649">65</cx:pt>
          <cx:pt idx="650">55</cx:pt>
          <cx:pt idx="651">33</cx:pt>
          <cx:pt idx="652">28</cx:pt>
          <cx:pt idx="653">21</cx:pt>
          <cx:pt idx="654">21</cx:pt>
          <cx:pt idx="655">7</cx:pt>
          <cx:pt idx="656">7</cx:pt>
          <cx:pt idx="657">1</cx:pt>
          <cx:pt idx="658">2</cx:pt>
          <cx:pt idx="659">2</cx:pt>
          <cx:pt idx="660">8</cx:pt>
          <cx:pt idx="661">37</cx:pt>
          <cx:pt idx="662">72</cx:pt>
          <cx:pt idx="663">185</cx:pt>
          <cx:pt idx="664">112</cx:pt>
          <cx:pt idx="665">69</cx:pt>
          <cx:pt idx="666">48</cx:pt>
          <cx:pt idx="667">68</cx:pt>
          <cx:pt idx="668">54</cx:pt>
          <cx:pt idx="669">86</cx:pt>
          <cx:pt idx="670">44</cx:pt>
          <cx:pt idx="671">86</cx:pt>
          <cx:pt idx="672">161</cx:pt>
          <cx:pt idx="673">156</cx:pt>
          <cx:pt idx="674">111</cx:pt>
          <cx:pt idx="675">78</cx:pt>
          <cx:pt idx="676">56</cx:pt>
          <cx:pt idx="677">34</cx:pt>
          <cx:pt idx="678">17</cx:pt>
          <cx:pt idx="679">8</cx:pt>
          <cx:pt idx="680">3</cx:pt>
          <cx:pt idx="681">2</cx:pt>
          <cx:pt idx="682">2</cx:pt>
          <cx:pt idx="683">3</cx:pt>
          <cx:pt idx="684">22</cx:pt>
          <cx:pt idx="685">52</cx:pt>
          <cx:pt idx="686">135</cx:pt>
          <cx:pt idx="687">116</cx:pt>
          <cx:pt idx="688">47</cx:pt>
          <cx:pt idx="689">51</cx:pt>
          <cx:pt idx="690">55</cx:pt>
          <cx:pt idx="691">52</cx:pt>
          <cx:pt idx="692">54</cx:pt>
          <cx:pt idx="693">52</cx:pt>
          <cx:pt idx="694">64</cx:pt>
          <cx:pt idx="695">176</cx:pt>
          <cx:pt idx="696">168</cx:pt>
          <cx:pt idx="697">108</cx:pt>
          <cx:pt idx="698">74</cx:pt>
          <cx:pt idx="699">64</cx:pt>
          <cx:pt idx="700">36</cx:pt>
          <cx:pt idx="701">16</cx:pt>
          <cx:pt idx="702">2</cx:pt>
          <cx:pt idx="703">3</cx:pt>
          <cx:pt idx="704">4</cx:pt>
          <cx:pt idx="705">1</cx:pt>
          <cx:pt idx="706">1</cx:pt>
          <cx:pt idx="707">3</cx:pt>
          <cx:pt idx="708">18</cx:pt>
          <cx:pt idx="709">49</cx:pt>
          <cx:pt idx="710">155</cx:pt>
          <cx:pt idx="711">123</cx:pt>
          <cx:pt idx="712">61</cx:pt>
          <cx:pt idx="713">52</cx:pt>
          <cx:pt idx="714">64</cx:pt>
          <cx:pt idx="715">75</cx:pt>
          <cx:pt idx="716">63</cx:pt>
          <cx:pt idx="717">76</cx:pt>
          <cx:pt idx="718">103</cx:pt>
          <cx:pt idx="719">190</cx:pt>
          <cx:pt idx="720">182</cx:pt>
          <cx:pt idx="721">91</cx:pt>
          <cx:pt idx="722">75</cx:pt>
          <cx:pt idx="723">63</cx:pt>
          <cx:pt idx="724">40</cx:pt>
          <cx:pt idx="725">32</cx:pt>
          <cx:pt idx="726">12</cx:pt>
          <cx:pt idx="727">5</cx:pt>
          <cx:pt idx="728">2</cx:pt>
          <cx:pt idx="729">1</cx:pt>
          <cx:pt idx="730">2</cx:pt>
          <cx:pt idx="731">39</cx:pt>
          <cx:pt idx="732">87</cx:pt>
          <cx:pt idx="733">188</cx:pt>
          <cx:pt idx="734">133</cx:pt>
          <cx:pt idx="735">52</cx:pt>
          <cx:pt idx="736">64</cx:pt>
          <cx:pt idx="737">69</cx:pt>
          <cx:pt idx="738">51</cx:pt>
          <cx:pt idx="739">47</cx:pt>
          <cx:pt idx="740">60</cx:pt>
          <cx:pt idx="741">78</cx:pt>
          <cx:pt idx="742">175</cx:pt>
          <cx:pt idx="743">147</cx:pt>
          <cx:pt idx="744">96</cx:pt>
          <cx:pt idx="745">109</cx:pt>
          <cx:pt idx="746">54</cx:pt>
          <cx:pt idx="747">41</cx:pt>
          <cx:pt idx="748">38</cx:pt>
          <cx:pt idx="749">13</cx:pt>
          <cx:pt idx="750">7</cx:pt>
          <cx:pt idx="751">1</cx:pt>
          <cx:pt idx="752">1</cx:pt>
          <cx:pt idx="753">7</cx:pt>
          <cx:pt idx="754">28</cx:pt>
          <cx:pt idx="755">87</cx:pt>
          <cx:pt idx="756">220</cx:pt>
          <cx:pt idx="757">127</cx:pt>
          <cx:pt idx="758">51</cx:pt>
          <cx:pt idx="759">64</cx:pt>
          <cx:pt idx="760">86</cx:pt>
          <cx:pt idx="761">82</cx:pt>
          <cx:pt idx="762">91</cx:pt>
          <cx:pt idx="763">90</cx:pt>
          <cx:pt idx="764">99</cx:pt>
          <cx:pt idx="765">205</cx:pt>
          <cx:pt idx="766">155</cx:pt>
          <cx:pt idx="767">103</cx:pt>
          <cx:pt idx="768">71</cx:pt>
          <cx:pt idx="769">43</cx:pt>
          <cx:pt idx="770">46</cx:pt>
          <cx:pt idx="771">31</cx:pt>
          <cx:pt idx="772">39</cx:pt>
          <cx:pt idx="773">18</cx:pt>
          <cx:pt idx="774">17</cx:pt>
          <cx:pt idx="775">11</cx:pt>
          <cx:pt idx="776">8</cx:pt>
          <cx:pt idx="777">9</cx:pt>
          <cx:pt idx="778">4</cx:pt>
          <cx:pt idx="779">4</cx:pt>
          <cx:pt idx="780">10</cx:pt>
          <cx:pt idx="781">20</cx:pt>
          <cx:pt idx="782">34</cx:pt>
          <cx:pt idx="783">47</cx:pt>
          <cx:pt idx="784">52</cx:pt>
          <cx:pt idx="785">72</cx:pt>
          <cx:pt idx="786">55</cx:pt>
          <cx:pt idx="787">60</cx:pt>
          <cx:pt idx="788">71</cx:pt>
          <cx:pt idx="789">78</cx:pt>
          <cx:pt idx="790">83</cx:pt>
          <cx:pt idx="791">84</cx:pt>
          <cx:pt idx="792">69</cx:pt>
          <cx:pt idx="793">56</cx:pt>
          <cx:pt idx="794">45</cx:pt>
          <cx:pt idx="795">59</cx:pt>
          <cx:pt idx="796">39</cx:pt>
          <cx:pt idx="797">44</cx:pt>
          <cx:pt idx="798">20</cx:pt>
          <cx:pt idx="799">13</cx:pt>
          <cx:pt idx="800">2</cx:pt>
          <cx:pt idx="801">1</cx:pt>
          <cx:pt idx="802">1</cx:pt>
          <cx:pt idx="803">8</cx:pt>
          <cx:pt idx="804">23</cx:pt>
          <cx:pt idx="805">45</cx:pt>
          <cx:pt idx="806">89</cx:pt>
          <cx:pt idx="807">117</cx:pt>
          <cx:pt idx="808">174</cx:pt>
          <cx:pt idx="809">182</cx:pt>
          <cx:pt idx="810">161</cx:pt>
          <cx:pt idx="811">182</cx:pt>
          <cx:pt idx="812">157</cx:pt>
          <cx:pt idx="813">121</cx:pt>
          <cx:pt idx="814">78</cx:pt>
          <cx:pt idx="815">21</cx:pt>
          <cx:pt idx="816">26</cx:pt>
          <cx:pt idx="817">27</cx:pt>
          <cx:pt idx="818">62</cx:pt>
          <cx:pt idx="819">30</cx:pt>
          <cx:pt idx="820">15</cx:pt>
          <cx:pt idx="821">5</cx:pt>
          <cx:pt idx="822">3</cx:pt>
          <cx:pt idx="823">1</cx:pt>
          <cx:pt idx="824">2</cx:pt>
          <cx:pt idx="825">10</cx:pt>
          <cx:pt idx="826">30</cx:pt>
          <cx:pt idx="827">95</cx:pt>
          <cx:pt idx="828">230</cx:pt>
          <cx:pt idx="829">118</cx:pt>
          <cx:pt idx="830">55</cx:pt>
          <cx:pt idx="831">47</cx:pt>
          <cx:pt idx="832">66</cx:pt>
          <cx:pt idx="833">64</cx:pt>
          <cx:pt idx="834">60</cx:pt>
          <cx:pt idx="835">50</cx:pt>
          <cx:pt idx="836">114</cx:pt>
          <cx:pt idx="837">216</cx:pt>
          <cx:pt idx="838">175</cx:pt>
          <cx:pt idx="839">128</cx:pt>
          <cx:pt idx="840">88</cx:pt>
          <cx:pt idx="841">78</cx:pt>
          <cx:pt idx="842">37</cx:pt>
          <cx:pt idx="843">25</cx:pt>
          <cx:pt idx="844">10</cx:pt>
          <cx:pt idx="845">4</cx:pt>
          <cx:pt idx="846">2</cx:pt>
          <cx:pt idx="847">1</cx:pt>
          <cx:pt idx="848">3</cx:pt>
          <cx:pt idx="849">2</cx:pt>
          <cx:pt idx="850">39</cx:pt>
          <cx:pt idx="851">100</cx:pt>
          <cx:pt idx="852">243</cx:pt>
          <cx:pt idx="853">135</cx:pt>
          <cx:pt idx="854">48</cx:pt>
          <cx:pt idx="855">50</cx:pt>
          <cx:pt idx="856">65</cx:pt>
          <cx:pt idx="857">50</cx:pt>
          <cx:pt idx="858">64</cx:pt>
          <cx:pt idx="859">51</cx:pt>
          <cx:pt idx="860">83</cx:pt>
          <cx:pt idx="861">176</cx:pt>
          <cx:pt idx="862">152</cx:pt>
          <cx:pt idx="863">101</cx:pt>
          <cx:pt idx="864">56</cx:pt>
          <cx:pt idx="865">54</cx:pt>
          <cx:pt idx="866">29</cx:pt>
          <cx:pt idx="867">12</cx:pt>
          <cx:pt idx="868">17</cx:pt>
          <cx:pt idx="869">7</cx:pt>
          <cx:pt idx="870">3</cx:pt>
          <cx:pt idx="871">2</cx:pt>
          <cx:pt idx="872">7</cx:pt>
          <cx:pt idx="873">43</cx:pt>
          <cx:pt idx="874">99</cx:pt>
          <cx:pt idx="875">199</cx:pt>
          <cx:pt idx="876">123</cx:pt>
          <cx:pt idx="877">59</cx:pt>
          <cx:pt idx="878">41</cx:pt>
          <cx:pt idx="879">61</cx:pt>
          <cx:pt idx="880">69</cx:pt>
          <cx:pt idx="881">58</cx:pt>
          <cx:pt idx="882">64</cx:pt>
          <cx:pt idx="883">79</cx:pt>
          <cx:pt idx="884">166</cx:pt>
          <cx:pt idx="885">170</cx:pt>
          <cx:pt idx="886">88</cx:pt>
          <cx:pt idx="887">84</cx:pt>
          <cx:pt idx="888">83</cx:pt>
          <cx:pt idx="889">46</cx:pt>
          <cx:pt idx="890">37</cx:pt>
          <cx:pt idx="891">16</cx:pt>
          <cx:pt idx="892">7</cx:pt>
          <cx:pt idx="893">3</cx:pt>
          <cx:pt idx="894">1</cx:pt>
          <cx:pt idx="895">6</cx:pt>
          <cx:pt idx="896">26</cx:pt>
          <cx:pt idx="897">99</cx:pt>
          <cx:pt idx="898">178</cx:pt>
          <cx:pt idx="899">122</cx:pt>
          <cx:pt idx="900">35</cx:pt>
          <cx:pt idx="901">45</cx:pt>
          <cx:pt idx="902">69</cx:pt>
          <cx:pt idx="903">62</cx:pt>
          <cx:pt idx="904">48</cx:pt>
          <cx:pt idx="905">50</cx:pt>
          <cx:pt idx="906">80</cx:pt>
          <cx:pt idx="907">165</cx:pt>
          <cx:pt idx="908">160</cx:pt>
          <cx:pt idx="909">112</cx:pt>
          <cx:pt idx="910">97</cx:pt>
          <cx:pt idx="911">72</cx:pt>
          <cx:pt idx="912">51</cx:pt>
          <cx:pt idx="913">34</cx:pt>
          <cx:pt idx="914">14</cx:pt>
          <cx:pt idx="915">7</cx:pt>
          <cx:pt idx="916">3</cx:pt>
          <cx:pt idx="917">4</cx:pt>
          <cx:pt idx="918">24</cx:pt>
          <cx:pt idx="919">74</cx:pt>
          <cx:pt idx="920">216</cx:pt>
          <cx:pt idx="921">140</cx:pt>
          <cx:pt idx="922">44</cx:pt>
          <cx:pt idx="923">64</cx:pt>
          <cx:pt idx="924">71</cx:pt>
          <cx:pt idx="925">110</cx:pt>
          <cx:pt idx="926">84</cx:pt>
          <cx:pt idx="927">74</cx:pt>
          <cx:pt idx="928">125</cx:pt>
          <cx:pt idx="929">211</cx:pt>
          <cx:pt idx="930">174</cx:pt>
          <cx:pt idx="931">101</cx:pt>
          <cx:pt idx="932">63</cx:pt>
          <cx:pt idx="933">47</cx:pt>
          <cx:pt idx="934">43</cx:pt>
          <cx:pt idx="935">53</cx:pt>
          <cx:pt idx="936">30</cx:pt>
          <cx:pt idx="937">24</cx:pt>
          <cx:pt idx="938">15</cx:pt>
          <cx:pt idx="939">10</cx:pt>
          <cx:pt idx="940">4</cx:pt>
          <cx:pt idx="941">1</cx:pt>
          <cx:pt idx="942">2</cx:pt>
          <cx:pt idx="943">11</cx:pt>
          <cx:pt idx="944">30</cx:pt>
          <cx:pt idx="945">43</cx:pt>
          <cx:pt idx="946">84</cx:pt>
          <cx:pt idx="947">114</cx:pt>
          <cx:pt idx="948">120</cx:pt>
          <cx:pt idx="949">135</cx:pt>
          <cx:pt idx="950">120</cx:pt>
          <cx:pt idx="951">174</cx:pt>
          <cx:pt idx="952">145</cx:pt>
          <cx:pt idx="953">137</cx:pt>
          <cx:pt idx="954">64</cx:pt>
          <cx:pt idx="955">41</cx:pt>
          <cx:pt idx="956">40</cx:pt>
          <cx:pt idx="957">51</cx:pt>
          <cx:pt idx="958">45</cx:pt>
          <cx:pt idx="959">32</cx:pt>
          <cx:pt idx="960">39</cx:pt>
          <cx:pt idx="961">24</cx:pt>
          <cx:pt idx="962">20</cx:pt>
          <cx:pt idx="963">12</cx:pt>
          <cx:pt idx="964">2</cx:pt>
          <cx:pt idx="965">5</cx:pt>
          <cx:pt idx="966">3</cx:pt>
          <cx:pt idx="967">12</cx:pt>
          <cx:pt idx="968">47</cx:pt>
          <cx:pt idx="969">105</cx:pt>
          <cx:pt idx="970">112</cx:pt>
          <cx:pt idx="971">152</cx:pt>
          <cx:pt idx="972">154</cx:pt>
          <cx:pt idx="973">161</cx:pt>
          <cx:pt idx="974">162</cx:pt>
          <cx:pt idx="975">134</cx:pt>
          <cx:pt idx="976">125</cx:pt>
          <cx:pt idx="977">95</cx:pt>
          <cx:pt idx="978">61</cx:pt>
          <cx:pt idx="979">47</cx:pt>
          <cx:pt idx="980">51</cx:pt>
          <cx:pt idx="981">36</cx:pt>
          <cx:pt idx="982">30</cx:pt>
          <cx:pt idx="983">11</cx:pt>
          <cx:pt idx="984">7</cx:pt>
          <cx:pt idx="985">2</cx:pt>
          <cx:pt idx="986">2</cx:pt>
          <cx:pt idx="987">2</cx:pt>
          <cx:pt idx="988">3</cx:pt>
          <cx:pt idx="989">26</cx:pt>
          <cx:pt idx="990">98</cx:pt>
          <cx:pt idx="991">80</cx:pt>
          <cx:pt idx="992">149</cx:pt>
          <cx:pt idx="993">109</cx:pt>
          <cx:pt idx="994">89</cx:pt>
          <cx:pt idx="995">62</cx:pt>
          <cx:pt idx="996">58</cx:pt>
          <cx:pt idx="997">26</cx:pt>
          <cx:pt idx="998">23</cx:pt>
          <cx:pt idx="999">28</cx:pt>
        </cx:lvl>
      </cx:numDim>
    </cx:data>
  </cx:chartData>
  <cx:chart>
    <cx:plotArea>
      <cx:plotAreaRegion>
        <cx:series layoutId="treemap" uniqueId="{00000000-E69D-4568-B593-06084902BF41}">
          <cx:tx>
            <cx:txData>
              <cx:f>Sheet2!$D$1</cx:f>
              <cx:v>Total Count of Customers</cx:v>
            </cx:txData>
          </cx:tx>
          <cx:spPr>
            <a:effectLst>
              <a:glow rad="63500">
                <a:schemeClr val="accent5">
                  <a:alpha val="40000"/>
                </a:schemeClr>
              </a:glow>
              <a:innerShdw blurRad="63500" dist="50800" dir="16200000">
                <a:prstClr val="black">
                  <a:alpha val="50000"/>
                </a:prstClr>
              </a:innerShdw>
            </a:effectLst>
          </cx:spPr>
          <cx:dataId val="0"/>
          <cx:layoutPr>
            <cx:parentLabelLayout val="overlapping"/>
          </cx:layoutPr>
        </cx:series>
      </cx:plotAreaRegion>
    </cx:plotArea>
  </cx:chart>
  <cx:spPr>
    <a:gradFill>
      <a:gsLst>
        <a:gs pos="0">
          <a:schemeClr val="accent1">
            <a:lumMod val="60000"/>
            <a:lumOff val="4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cx:spPr>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47">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4.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409">
  <cs:axisTitle>
    <cs:lnRef idx="0"/>
    <cs:fillRef idx="0"/>
    <cs:effectRef idx="0"/>
    <cs:fontRef idx="minor">
      <a:schemeClr val="lt1">
        <a:lumMod val="95000"/>
      </a:schemeClr>
    </cs:fontRef>
    <cs:defRPr sz="900"/>
  </cs:axisTitle>
  <cs:categoryAxis>
    <cs:lnRef idx="0"/>
    <cs:fillRef idx="0"/>
    <cs:effectRef idx="0"/>
    <cs:fontRef idx="minor">
      <a:schemeClr val="lt1">
        <a:lumMod val="95000"/>
      </a:schemeClr>
    </cs:fontRef>
    <cs:spPr>
      <a:ln w="12700" cap="flat" cmpd="sng" algn="ctr">
        <a:solidFill>
          <a:schemeClr val="lt1">
            <a:lumMod val="95000"/>
            <a:alpha val="54000"/>
          </a:schemeClr>
        </a:solidFill>
        <a:round/>
      </a:ln>
    </cs:spPr>
    <cs:defRPr sz="9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cs:chartArea>
  <cs:dataLabel>
    <cs:lnRef idx="0"/>
    <cs:fillRef idx="0"/>
    <cs:effectRef idx="0"/>
    <cs:fontRef idx="minor">
      <a:schemeClr val="lt1">
        <a:lumMod val="9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lt1"/>
    </cs:fontRef>
    <cs:spPr>
      <a:ln>
        <a:solidFill>
          <a:schemeClr val="phClr"/>
        </a:solidFill>
      </a:ln>
    </cs:spPr>
  </cs:dataPoint>
  <cs:dataPoint3D>
    <cs:lnRef idx="0"/>
    <cs:fillRef idx="0">
      <cs:styleClr val="auto"/>
    </cs:fillRef>
    <cs:effectRef idx="0"/>
    <cs:fontRef idx="minor">
      <a:schemeClr val="lt1"/>
    </cs:fontRef>
    <cs:spPr>
      <a:solidFill>
        <a:schemeClr val="phClr"/>
      </a:solidFill>
    </cs:spPr>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fillRef idx="0">
      <cs:styleClr val="auto"/>
    </cs:fillRef>
    <cs:effectRef idx="0"/>
    <cs:fontRef idx="minor">
      <a:schemeClr val="lt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lt1"/>
    </cs:fontRef>
    <cs:spPr>
      <a:ln w="28575" cap="rnd">
        <a:solidFill>
          <a:schemeClr val="phClr"/>
        </a:solidFill>
        <a:round/>
      </a:ln>
    </cs:spPr>
  </cs:dataPointWireframe>
  <cs:dataTable>
    <cs:lnRef idx="0"/>
    <cs:fillRef idx="0"/>
    <cs:effectRef idx="0"/>
    <cs:fontRef idx="minor">
      <a:schemeClr val="lt1">
        <a:lumMod val="95000"/>
      </a:schemeClr>
    </cs:fontRef>
    <cs:spPr>
      <a:ln w="9525">
        <a:solidFill>
          <a:schemeClr val="lt1">
            <a:lumMod val="95000"/>
            <a:alpha val="54000"/>
          </a:schemeClr>
        </a:solidFill>
      </a:ln>
    </cs:spPr>
    <cs:defRPr sz="9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10000"/>
            <a:lumOff val="10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95000"/>
      </a:schemeClr>
    </cs:fontRef>
    <cs:defRPr sz="9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95000"/>
      </a:schemeClr>
    </cs:fontRef>
    <cs:spPr>
      <a:ln w="12700" cap="flat" cmpd="sng" algn="ctr">
        <a:solidFill>
          <a:schemeClr val="lt1">
            <a:lumMod val="95000"/>
            <a:alpha val="54000"/>
          </a:schemeClr>
        </a:solidFill>
        <a:round/>
      </a:ln>
    </cs:spPr>
    <cs:defRPr sz="900"/>
  </cs:seriesAxis>
  <cs:seriesLine>
    <cs:lnRef idx="0"/>
    <cs:fillRef idx="0"/>
    <cs:effectRef idx="0"/>
    <cs:fontRef idx="minor">
      <a:schemeClr val="lt1"/>
    </cs:fontRef>
    <cs:spPr>
      <a:ln w="9525" cap="flat">
        <a:solidFill>
          <a:srgbClr val="D9D9D9"/>
        </a:solidFill>
        <a:round/>
      </a:ln>
    </cs:spPr>
  </cs:seriesLine>
  <cs:title>
    <cs:lnRef idx="0"/>
    <cs:fillRef idx="0"/>
    <cs:effectRef idx="0"/>
    <cs:fontRef idx="minor">
      <a:schemeClr val="lt1">
        <a:lumMod val="95000"/>
      </a:schemeClr>
    </cs:fontRef>
    <cs:defRPr sz="1600" b="1" spc="10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prstDash val="sysDash"/>
      </a:ln>
    </cs:spPr>
  </cs:trendline>
  <cs:trendlineLabel>
    <cs:lnRef idx="0"/>
    <cs:fillRef idx="0"/>
    <cs:effectRef idx="0"/>
    <cs:fontRef idx="minor">
      <a:schemeClr val="lt1">
        <a:lumMod val="95000"/>
      </a:schemeClr>
    </cs:fontRef>
    <cs:defRPr sz="9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95000"/>
      </a:schemeClr>
    </cs:fontRef>
    <cs:defRPr sz="900"/>
  </cs:valueAxis>
  <cs:wall>
    <cs:lnRef idx="0"/>
    <cs:fillRef idx="0"/>
    <cs:effectRef idx="0"/>
    <cs:fontRef idx="minor">
      <a:schemeClr val="lt1"/>
    </cs:fontRef>
  </cs:wall>
</cs:chartStyle>
</file>

<file path=ppt/charts/style6.xml><?xml version="1.0" encoding="utf-8"?>
<cs:chartStyle xmlns:cs="http://schemas.microsoft.com/office/drawing/2012/chartStyle" xmlns:a="http://schemas.openxmlformats.org/drawingml/2006/main" id="409">
  <cs:axisTitle>
    <cs:lnRef idx="0"/>
    <cs:fillRef idx="0"/>
    <cs:effectRef idx="0"/>
    <cs:fontRef idx="minor">
      <a:schemeClr val="lt1">
        <a:lumMod val="95000"/>
      </a:schemeClr>
    </cs:fontRef>
    <cs:defRPr sz="900"/>
  </cs:axisTitle>
  <cs:categoryAxis>
    <cs:lnRef idx="0"/>
    <cs:fillRef idx="0"/>
    <cs:effectRef idx="0"/>
    <cs:fontRef idx="minor">
      <a:schemeClr val="lt1">
        <a:lumMod val="95000"/>
      </a:schemeClr>
    </cs:fontRef>
    <cs:spPr>
      <a:ln w="12700" cap="flat" cmpd="sng" algn="ctr">
        <a:solidFill>
          <a:schemeClr val="lt1">
            <a:lumMod val="95000"/>
            <a:alpha val="54000"/>
          </a:schemeClr>
        </a:solidFill>
        <a:round/>
      </a:ln>
    </cs:spPr>
    <cs:defRPr sz="9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cs:chartArea>
  <cs:dataLabel>
    <cs:lnRef idx="0"/>
    <cs:fillRef idx="0"/>
    <cs:effectRef idx="0"/>
    <cs:fontRef idx="minor">
      <a:schemeClr val="lt1">
        <a:lumMod val="9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lt1"/>
    </cs:fontRef>
    <cs:spPr>
      <a:ln>
        <a:solidFill>
          <a:schemeClr val="phClr"/>
        </a:solidFill>
      </a:ln>
    </cs:spPr>
  </cs:dataPoint>
  <cs:dataPoint3D>
    <cs:lnRef idx="0"/>
    <cs:fillRef idx="0">
      <cs:styleClr val="auto"/>
    </cs:fillRef>
    <cs:effectRef idx="0"/>
    <cs:fontRef idx="minor">
      <a:schemeClr val="lt1"/>
    </cs:fontRef>
    <cs:spPr>
      <a:solidFill>
        <a:schemeClr val="phClr"/>
      </a:solidFill>
    </cs:spPr>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fillRef idx="0">
      <cs:styleClr val="auto"/>
    </cs:fillRef>
    <cs:effectRef idx="0"/>
    <cs:fontRef idx="minor">
      <a:schemeClr val="lt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lt1"/>
    </cs:fontRef>
    <cs:spPr>
      <a:ln w="28575" cap="rnd">
        <a:solidFill>
          <a:schemeClr val="phClr"/>
        </a:solidFill>
        <a:round/>
      </a:ln>
    </cs:spPr>
  </cs:dataPointWireframe>
  <cs:dataTable>
    <cs:lnRef idx="0"/>
    <cs:fillRef idx="0"/>
    <cs:effectRef idx="0"/>
    <cs:fontRef idx="minor">
      <a:schemeClr val="lt1">
        <a:lumMod val="95000"/>
      </a:schemeClr>
    </cs:fontRef>
    <cs:spPr>
      <a:ln w="9525">
        <a:solidFill>
          <a:schemeClr val="lt1">
            <a:lumMod val="95000"/>
            <a:alpha val="54000"/>
          </a:schemeClr>
        </a:solidFill>
      </a:ln>
    </cs:spPr>
    <cs:defRPr sz="9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10000"/>
            <a:lumOff val="10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95000"/>
      </a:schemeClr>
    </cs:fontRef>
    <cs:defRPr sz="9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95000"/>
      </a:schemeClr>
    </cs:fontRef>
    <cs:spPr>
      <a:ln w="12700" cap="flat" cmpd="sng" algn="ctr">
        <a:solidFill>
          <a:schemeClr val="lt1">
            <a:lumMod val="95000"/>
            <a:alpha val="54000"/>
          </a:schemeClr>
        </a:solidFill>
        <a:round/>
      </a:ln>
    </cs:spPr>
    <cs:defRPr sz="900"/>
  </cs:seriesAxis>
  <cs:seriesLine>
    <cs:lnRef idx="0"/>
    <cs:fillRef idx="0"/>
    <cs:effectRef idx="0"/>
    <cs:fontRef idx="minor">
      <a:schemeClr val="lt1"/>
    </cs:fontRef>
    <cs:spPr>
      <a:ln w="9525" cap="flat">
        <a:solidFill>
          <a:srgbClr val="D9D9D9"/>
        </a:solidFill>
        <a:round/>
      </a:ln>
    </cs:spPr>
  </cs:seriesLine>
  <cs:title>
    <cs:lnRef idx="0"/>
    <cs:fillRef idx="0"/>
    <cs:effectRef idx="0"/>
    <cs:fontRef idx="minor">
      <a:schemeClr val="lt1">
        <a:lumMod val="95000"/>
      </a:schemeClr>
    </cs:fontRef>
    <cs:defRPr sz="1600" b="1" spc="10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prstDash val="sysDash"/>
      </a:ln>
    </cs:spPr>
  </cs:trendline>
  <cs:trendlineLabel>
    <cs:lnRef idx="0"/>
    <cs:fillRef idx="0"/>
    <cs:effectRef idx="0"/>
    <cs:fontRef idx="minor">
      <a:schemeClr val="lt1">
        <a:lumMod val="95000"/>
      </a:schemeClr>
    </cs:fontRef>
    <cs:defRPr sz="9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95000"/>
      </a:schemeClr>
    </cs:fontRef>
    <cs:defRPr sz="900"/>
  </cs:valueAxis>
  <cs:wall>
    <cs:lnRef idx="0"/>
    <cs:fillRef idx="0"/>
    <cs:effectRef idx="0"/>
    <cs:fontRef idx="minor">
      <a:schemeClr val="lt1"/>
    </cs:fontRef>
  </cs:wall>
</cs:chartStyle>
</file>

<file path=ppt/charts/style7.xml><?xml version="1.0" encoding="utf-8"?>
<cs:chartStyle xmlns:cs="http://schemas.microsoft.com/office/drawing/2012/chartStyle" xmlns:a="http://schemas.openxmlformats.org/drawingml/2006/main" id="415">
  <cs:axisTitle>
    <cs:lnRef idx="0"/>
    <cs:fillRef idx="0"/>
    <cs:effectRef idx="0"/>
    <cs:fontRef idx="minor">
      <a:schemeClr val="lt1">
        <a:lumMod val="95000"/>
      </a:schemeClr>
    </cs:fontRef>
    <cs:spPr>
      <a:solidFill>
        <a:schemeClr val="bg1">
          <a:lumMod val="65000"/>
        </a:schemeClr>
      </a:solidFill>
      <a:ln>
        <a:solidFill>
          <a:schemeClr val="tx1"/>
        </a:solidFill>
      </a:ln>
    </cs:spPr>
    <cs:defRPr sz="900"/>
  </cs:axisTitle>
  <cs:categoryAxis>
    <cs:lnRef idx="0"/>
    <cs:fillRef idx="0"/>
    <cs:effectRef idx="0"/>
    <cs:fontRef idx="minor">
      <a:schemeClr val="lt1">
        <a:lumMod val="95000"/>
      </a:schemeClr>
    </cs:fontRef>
    <cs:spPr>
      <a:ln w="12700" cap="flat" cmpd="sng" algn="ctr">
        <a:solidFill>
          <a:schemeClr val="lt1">
            <a:lumMod val="95000"/>
            <a:alpha val="54000"/>
          </a:schemeClr>
        </a:solidFill>
        <a:round/>
      </a:ln>
    </cs:spPr>
    <cs:defRPr sz="9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cs:chartArea>
  <cs:dataLabel>
    <cs:lnRef idx="0"/>
    <cs:fillRef idx="0"/>
    <cs:effectRef idx="0"/>
    <cs:fontRef idx="minor">
      <a:schemeClr val="lt1">
        <a:lumMod val="9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lt1"/>
    </cs:fontRef>
    <cs:spPr>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ln>
        <a:solidFill>
          <a:schemeClr val="tx1"/>
        </a:solidFill>
      </a:ln>
    </cs:spPr>
  </cs:dataPoint>
  <cs:dataPoint3D>
    <cs:lnRef idx="0"/>
    <cs:fillRef idx="0">
      <cs:styleClr val="auto"/>
    </cs:fillRef>
    <cs:effectRef idx="0"/>
    <cs:fontRef idx="minor">
      <a:schemeClr val="lt1"/>
    </cs:fontRef>
    <cs:spPr>
      <a:solidFill>
        <a:schemeClr val="phClr"/>
      </a:solidFill>
    </cs:spPr>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fillRef idx="0">
      <cs:styleClr val="auto"/>
    </cs:fillRef>
    <cs:effectRef idx="0"/>
    <cs:fontRef idx="minor">
      <a:schemeClr val="lt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lt1"/>
    </cs:fontRef>
    <cs:spPr>
      <a:ln w="28575" cap="rnd">
        <a:solidFill>
          <a:schemeClr val="phClr"/>
        </a:solidFill>
        <a:round/>
      </a:ln>
    </cs:spPr>
  </cs:dataPointWireframe>
  <cs:dataTable>
    <cs:lnRef idx="0"/>
    <cs:fillRef idx="0"/>
    <cs:effectRef idx="0"/>
    <cs:fontRef idx="minor">
      <a:schemeClr val="lt1">
        <a:lumMod val="95000"/>
      </a:schemeClr>
    </cs:fontRef>
    <cs:spPr>
      <a:ln w="9525">
        <a:solidFill>
          <a:schemeClr val="lt1">
            <a:lumMod val="95000"/>
            <a:alpha val="54000"/>
          </a:schemeClr>
        </a:solidFill>
      </a:ln>
    </cs:spPr>
    <cs:defRPr sz="9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10000"/>
            <a:lumOff val="10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95000"/>
      </a:schemeClr>
    </cs:fontRef>
    <cs:defRPr sz="9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95000"/>
      </a:schemeClr>
    </cs:fontRef>
    <cs:spPr>
      <a:ln w="12700" cap="flat" cmpd="sng" algn="ctr">
        <a:solidFill>
          <a:schemeClr val="lt1">
            <a:lumMod val="95000"/>
            <a:alpha val="54000"/>
          </a:schemeClr>
        </a:solidFill>
        <a:round/>
      </a:ln>
    </cs:spPr>
    <cs:defRPr sz="900"/>
  </cs:seriesAxis>
  <cs:seriesLine>
    <cs:lnRef idx="0"/>
    <cs:fillRef idx="0"/>
    <cs:effectRef idx="0"/>
    <cs:fontRef idx="minor">
      <a:schemeClr val="lt1"/>
    </cs:fontRef>
    <cs:spPr>
      <a:ln w="9525" cap="flat">
        <a:solidFill>
          <a:srgbClr val="D9D9D9"/>
        </a:solidFill>
        <a:round/>
      </a:ln>
    </cs:spPr>
  </cs:seriesLine>
  <cs:title>
    <cs:lnRef idx="0"/>
    <cs:fillRef idx="0"/>
    <cs:effectRef idx="0"/>
    <cs:fontRef idx="minor">
      <a:schemeClr val="lt1">
        <a:lumMod val="95000"/>
      </a:schemeClr>
    </cs:fontRef>
    <cs:defRPr sz="1600" b="1" spc="10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prstDash val="sysDash"/>
      </a:ln>
    </cs:spPr>
  </cs:trendline>
  <cs:trendlineLabel>
    <cs:lnRef idx="0"/>
    <cs:fillRef idx="0"/>
    <cs:effectRef idx="0"/>
    <cs:fontRef idx="minor">
      <a:schemeClr val="lt1">
        <a:lumMod val="95000"/>
      </a:schemeClr>
    </cs:fontRef>
    <cs:defRPr sz="9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95000"/>
      </a:schemeClr>
    </cs:fontRef>
    <cs:defRPr sz="900"/>
  </cs:valueAxis>
  <cs:wall>
    <cs:lnRef idx="0"/>
    <cs:fillRef idx="0"/>
    <cs:effectRef idx="0"/>
    <cs:fontRef idx="minor">
      <a:schemeClr val="lt1"/>
    </cs:fontRef>
  </cs:wall>
</cs:chartStyle>
</file>

<file path=ppt/charts/style8.xml><?xml version="1.0" encoding="utf-8"?>
<cs:chartStyle xmlns:cs="http://schemas.microsoft.com/office/drawing/2012/chartStyle" xmlns:a="http://schemas.openxmlformats.org/drawingml/2006/main" id="347">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9.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32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cap="flat" cmpd="sng" algn="ctr">
        <a:solidFill>
          <a:schemeClr val="tx1">
            <a:lumMod val="65000"/>
            <a:lumOff val="35000"/>
          </a:schemeClr>
        </a:solidFill>
        <a:round/>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15875" cap="flat" cmpd="sng" algn="ctr">
        <a:solidFill>
          <a:schemeClr val="tx1">
            <a:lumMod val="65000"/>
            <a:lumOff val="3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6_4">
  <dgm:title val=""/>
  <dgm:desc val=""/>
  <dgm:catLst>
    <dgm:cat type="accent6" pri="11400"/>
  </dgm:catLst>
  <dgm:styleLbl name="node0">
    <dgm:fillClrLst meth="cycle">
      <a:schemeClr val="accent6">
        <a:shade val="60000"/>
      </a:schemeClr>
    </dgm:fillClrLst>
    <dgm:linClrLst meth="repeat">
      <a:schemeClr val="lt1"/>
    </dgm:linClrLst>
    <dgm:effectClrLst/>
    <dgm:txLinClrLst/>
    <dgm:txFillClrLst/>
    <dgm:txEffectClrLst/>
  </dgm:styleLbl>
  <dgm:styleLbl name="alignNode1">
    <dgm:fillClrLst meth="cycle">
      <a:schemeClr val="accent6">
        <a:shade val="50000"/>
      </a:schemeClr>
      <a:schemeClr val="accent6">
        <a:tint val="55000"/>
      </a:schemeClr>
    </dgm:fillClrLst>
    <dgm:linClrLst meth="cycle">
      <a:schemeClr val="accent6">
        <a:shade val="50000"/>
      </a:schemeClr>
      <a:schemeClr val="accent6">
        <a:tint val="55000"/>
      </a:schemeClr>
    </dgm:linClrLst>
    <dgm:effectClrLst/>
    <dgm:txLinClrLst/>
    <dgm:txFillClrLst/>
    <dgm:txEffectClrLst/>
  </dgm:styleLbl>
  <dgm:styleLbl name="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ln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vennNode1">
    <dgm:fillClrLst meth="cycle">
      <a:schemeClr val="accent6">
        <a:shade val="80000"/>
        <a:alpha val="50000"/>
      </a:schemeClr>
      <a:schemeClr val="accent6">
        <a:tint val="50000"/>
        <a:alpha val="50000"/>
      </a:schemeClr>
    </dgm:fillClrLst>
    <dgm:linClrLst meth="repeat">
      <a:schemeClr val="lt1"/>
    </dgm:linClrLst>
    <dgm:effectClrLst/>
    <dgm:txLinClrLst/>
    <dgm:txFillClrLst/>
    <dgm:txEffectClrLst/>
  </dgm:styleLbl>
  <dgm:styleLbl name="node2">
    <dgm:fillClrLst>
      <a:schemeClr val="accent6">
        <a:shade val="80000"/>
      </a:schemeClr>
    </dgm:fillClrLst>
    <dgm:linClrLst meth="repeat">
      <a:schemeClr val="lt1"/>
    </dgm:linClrLst>
    <dgm:effectClrLst/>
    <dgm:txLinClrLst/>
    <dgm:txFillClrLst/>
    <dgm:txEffectClrLst/>
  </dgm:styleLbl>
  <dgm:styleLbl name="node3">
    <dgm:fillClrLst>
      <a:schemeClr val="accent6">
        <a:tint val="99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f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b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sibTrans1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0000"/>
      </a:schemeClr>
    </dgm:fillClrLst>
    <dgm:linClrLst meth="repeat">
      <a:schemeClr val="lt1"/>
    </dgm:linClrLst>
    <dgm:effectClrLst/>
    <dgm:txLinClrLst/>
    <dgm:txFillClrLst/>
    <dgm:txEffectClrLst/>
  </dgm:styleLbl>
  <dgm:styleLbl name="asst3">
    <dgm:fillClrLst>
      <a:schemeClr val="accent6">
        <a:tint val="70000"/>
      </a:schemeClr>
    </dgm:fillClrLst>
    <dgm:linClrLst meth="repeat">
      <a:schemeClr val="lt1"/>
    </dgm:linClrLst>
    <dgm:effectClrLst/>
    <dgm:txLinClrLst/>
    <dgm:txFillClrLst/>
    <dgm:txEffectClrLst/>
  </dgm:styleLbl>
  <dgm:styleLbl name="asst4">
    <dgm:fillClrLst>
      <a:schemeClr val="accent6">
        <a:tint val="5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align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bgAccFollowNode1">
    <dgm:fillClrLst meth="repeat">
      <a:schemeClr val="accent6">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55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4">
  <dgm:title val=""/>
  <dgm:desc val=""/>
  <dgm:catLst>
    <dgm:cat type="accent6" pri="11400"/>
  </dgm:catLst>
  <dgm:styleLbl name="node0">
    <dgm:fillClrLst meth="cycle">
      <a:schemeClr val="accent6">
        <a:shade val="60000"/>
      </a:schemeClr>
    </dgm:fillClrLst>
    <dgm:linClrLst meth="repeat">
      <a:schemeClr val="lt1"/>
    </dgm:linClrLst>
    <dgm:effectClrLst/>
    <dgm:txLinClrLst/>
    <dgm:txFillClrLst/>
    <dgm:txEffectClrLst/>
  </dgm:styleLbl>
  <dgm:styleLbl name="alignNode1">
    <dgm:fillClrLst meth="cycle">
      <a:schemeClr val="accent6">
        <a:shade val="50000"/>
      </a:schemeClr>
      <a:schemeClr val="accent6">
        <a:tint val="55000"/>
      </a:schemeClr>
    </dgm:fillClrLst>
    <dgm:linClrLst meth="cycle">
      <a:schemeClr val="accent6">
        <a:shade val="50000"/>
      </a:schemeClr>
      <a:schemeClr val="accent6">
        <a:tint val="55000"/>
      </a:schemeClr>
    </dgm:linClrLst>
    <dgm:effectClrLst/>
    <dgm:txLinClrLst/>
    <dgm:txFillClrLst/>
    <dgm:txEffectClrLst/>
  </dgm:styleLbl>
  <dgm:styleLbl name="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ln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vennNode1">
    <dgm:fillClrLst meth="cycle">
      <a:schemeClr val="accent6">
        <a:shade val="80000"/>
        <a:alpha val="50000"/>
      </a:schemeClr>
      <a:schemeClr val="accent6">
        <a:tint val="50000"/>
        <a:alpha val="50000"/>
      </a:schemeClr>
    </dgm:fillClrLst>
    <dgm:linClrLst meth="repeat">
      <a:schemeClr val="lt1"/>
    </dgm:linClrLst>
    <dgm:effectClrLst/>
    <dgm:txLinClrLst/>
    <dgm:txFillClrLst/>
    <dgm:txEffectClrLst/>
  </dgm:styleLbl>
  <dgm:styleLbl name="node2">
    <dgm:fillClrLst>
      <a:schemeClr val="accent6">
        <a:shade val="80000"/>
      </a:schemeClr>
    </dgm:fillClrLst>
    <dgm:linClrLst meth="repeat">
      <a:schemeClr val="lt1"/>
    </dgm:linClrLst>
    <dgm:effectClrLst/>
    <dgm:txLinClrLst/>
    <dgm:txFillClrLst/>
    <dgm:txEffectClrLst/>
  </dgm:styleLbl>
  <dgm:styleLbl name="node3">
    <dgm:fillClrLst>
      <a:schemeClr val="accent6">
        <a:tint val="99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f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b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sibTrans1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0000"/>
      </a:schemeClr>
    </dgm:fillClrLst>
    <dgm:linClrLst meth="repeat">
      <a:schemeClr val="lt1"/>
    </dgm:linClrLst>
    <dgm:effectClrLst/>
    <dgm:txLinClrLst/>
    <dgm:txFillClrLst/>
    <dgm:txEffectClrLst/>
  </dgm:styleLbl>
  <dgm:styleLbl name="asst3">
    <dgm:fillClrLst>
      <a:schemeClr val="accent6">
        <a:tint val="70000"/>
      </a:schemeClr>
    </dgm:fillClrLst>
    <dgm:linClrLst meth="repeat">
      <a:schemeClr val="lt1"/>
    </dgm:linClrLst>
    <dgm:effectClrLst/>
    <dgm:txLinClrLst/>
    <dgm:txFillClrLst/>
    <dgm:txEffectClrLst/>
  </dgm:styleLbl>
  <dgm:styleLbl name="asst4">
    <dgm:fillClrLst>
      <a:schemeClr val="accent6">
        <a:tint val="5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align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bgAccFollowNode1">
    <dgm:fillClrLst meth="repeat">
      <a:schemeClr val="accent6">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55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0C0CA40-C08B-4D4D-9688-5AFF3E45E470}" type="doc">
      <dgm:prSet loTypeId="urn:microsoft.com/office/officeart/2005/8/layout/chevronAccent+Icon" loCatId="process" qsTypeId="urn:microsoft.com/office/officeart/2005/8/quickstyle/3d3" qsCatId="3D" csTypeId="urn:microsoft.com/office/officeart/2005/8/colors/accent6_4" csCatId="accent6" phldr="1"/>
      <dgm:spPr>
        <a:scene3d>
          <a:camera prst="obliqueBottomRight"/>
          <a:lightRig rig="threePt" dir="t"/>
        </a:scene3d>
      </dgm:spPr>
    </dgm:pt>
    <dgm:pt modelId="{305F771B-5A26-46CF-8E37-E0E00A36CB80}">
      <dgm:prSet phldrT="[Text]" custT="1"/>
      <dgm:spPr/>
      <dgm:t>
        <a:bodyPr/>
        <a:lstStyle/>
        <a:p>
          <a:r>
            <a:rPr lang="en-IN" sz="900" b="1">
              <a:effectLst>
                <a:glow rad="63500">
                  <a:schemeClr val="accent6">
                    <a:satMod val="175000"/>
                    <a:alpha val="40000"/>
                  </a:schemeClr>
                </a:glow>
                <a:outerShdw blurRad="50800" dist="38100" dir="2700000" algn="tl" rotWithShape="0">
                  <a:prstClr val="black">
                    <a:alpha val="40000"/>
                  </a:prstClr>
                </a:outerShdw>
              </a:effectLst>
              <a:latin typeface="Algerian" panose="04020705040A02060702" pitchFamily="82" charset="0"/>
            </a:rPr>
            <a:t>TOTAL DEMAND RENTAL VOLUME -58304</a:t>
          </a:r>
        </a:p>
      </dgm:t>
    </dgm:pt>
    <dgm:pt modelId="{97C572F0-86D1-4964-8617-E8E1C0169701}" type="parTrans" cxnId="{4B8B4EFE-2AA9-4B99-AF3A-4220C47B8DF1}">
      <dgm:prSet/>
      <dgm:spPr/>
      <dgm:t>
        <a:bodyPr/>
        <a:lstStyle/>
        <a:p>
          <a:endParaRPr lang="en-IN">
            <a:effectLst>
              <a:glow rad="63500">
                <a:schemeClr val="accent6">
                  <a:satMod val="175000"/>
                  <a:alpha val="40000"/>
                </a:schemeClr>
              </a:glow>
              <a:outerShdw blurRad="50800" dist="38100" dir="2700000" algn="tl" rotWithShape="0">
                <a:prstClr val="black">
                  <a:alpha val="40000"/>
                </a:prstClr>
              </a:outerShdw>
            </a:effectLst>
          </a:endParaRPr>
        </a:p>
      </dgm:t>
    </dgm:pt>
    <dgm:pt modelId="{9CA40156-1591-4147-A6D5-75F17008C536}" type="sibTrans" cxnId="{4B8B4EFE-2AA9-4B99-AF3A-4220C47B8DF1}">
      <dgm:prSet/>
      <dgm:spPr/>
      <dgm:t>
        <a:bodyPr/>
        <a:lstStyle/>
        <a:p>
          <a:endParaRPr lang="en-IN">
            <a:effectLst>
              <a:glow rad="63500">
                <a:schemeClr val="accent6">
                  <a:satMod val="175000"/>
                  <a:alpha val="40000"/>
                </a:schemeClr>
              </a:glow>
              <a:outerShdw blurRad="50800" dist="38100" dir="2700000" algn="tl" rotWithShape="0">
                <a:prstClr val="black">
                  <a:alpha val="40000"/>
                </a:prstClr>
              </a:outerShdw>
            </a:effectLst>
          </a:endParaRPr>
        </a:p>
      </dgm:t>
    </dgm:pt>
    <dgm:pt modelId="{3CBC4326-5A42-4676-B1F0-665D7D37E02D}">
      <dgm:prSet phldrT="[Text]" custT="1"/>
      <dgm:spPr/>
      <dgm:t>
        <a:bodyPr/>
        <a:lstStyle/>
        <a:p>
          <a:r>
            <a:rPr lang="en-IN" sz="800">
              <a:effectLst>
                <a:glow rad="63500">
                  <a:schemeClr val="accent6">
                    <a:satMod val="175000"/>
                    <a:alpha val="40000"/>
                  </a:schemeClr>
                </a:glow>
                <a:outerShdw blurRad="50800" dist="38100" dir="2700000" algn="tl" rotWithShape="0">
                  <a:prstClr val="black">
                    <a:alpha val="40000"/>
                  </a:prstClr>
                </a:outerShdw>
              </a:effectLst>
            </a:rPr>
            <a:t> </a:t>
          </a:r>
          <a:r>
            <a:rPr lang="en-IN" sz="1000" b="1">
              <a:effectLst>
                <a:glow rad="63500">
                  <a:schemeClr val="accent6">
                    <a:satMod val="175000"/>
                    <a:alpha val="40000"/>
                  </a:schemeClr>
                </a:glow>
                <a:outerShdw blurRad="50800" dist="38100" dir="2700000" algn="tl" rotWithShape="0">
                  <a:prstClr val="black">
                    <a:alpha val="40000"/>
                  </a:prstClr>
                </a:outerShdw>
              </a:effectLst>
              <a:latin typeface="Algerian" panose="04020705040A02060702" pitchFamily="82" charset="0"/>
            </a:rPr>
            <a:t>REGISTERED USERS-53383</a:t>
          </a:r>
        </a:p>
      </dgm:t>
    </dgm:pt>
    <dgm:pt modelId="{34EE6A91-2322-4F97-A4A1-29BA7AA911D3}" type="parTrans" cxnId="{21180A64-50B3-48B2-AE49-A184BB02A803}">
      <dgm:prSet/>
      <dgm:spPr/>
      <dgm:t>
        <a:bodyPr/>
        <a:lstStyle/>
        <a:p>
          <a:endParaRPr lang="en-IN">
            <a:effectLst>
              <a:glow rad="63500">
                <a:schemeClr val="accent6">
                  <a:satMod val="175000"/>
                  <a:alpha val="40000"/>
                </a:schemeClr>
              </a:glow>
              <a:outerShdw blurRad="50800" dist="38100" dir="2700000" algn="tl" rotWithShape="0">
                <a:prstClr val="black">
                  <a:alpha val="40000"/>
                </a:prstClr>
              </a:outerShdw>
            </a:effectLst>
          </a:endParaRPr>
        </a:p>
      </dgm:t>
    </dgm:pt>
    <dgm:pt modelId="{F457D656-8C8C-45C7-AE08-45EF7BB34F72}" type="sibTrans" cxnId="{21180A64-50B3-48B2-AE49-A184BB02A803}">
      <dgm:prSet/>
      <dgm:spPr/>
      <dgm:t>
        <a:bodyPr/>
        <a:lstStyle/>
        <a:p>
          <a:endParaRPr lang="en-IN">
            <a:effectLst>
              <a:glow rad="63500">
                <a:schemeClr val="accent6">
                  <a:satMod val="175000"/>
                  <a:alpha val="40000"/>
                </a:schemeClr>
              </a:glow>
              <a:outerShdw blurRad="50800" dist="38100" dir="2700000" algn="tl" rotWithShape="0">
                <a:prstClr val="black">
                  <a:alpha val="40000"/>
                </a:prstClr>
              </a:outerShdw>
            </a:effectLst>
          </a:endParaRPr>
        </a:p>
      </dgm:t>
    </dgm:pt>
    <dgm:pt modelId="{0A5205CD-13E3-4EA8-AD2F-DBD71AB56005}">
      <dgm:prSet phldrT="[Text]" custT="1"/>
      <dgm:spPr/>
      <dgm:t>
        <a:bodyPr/>
        <a:lstStyle/>
        <a:p>
          <a:r>
            <a:rPr lang="en-IN" sz="800">
              <a:effectLst>
                <a:glow rad="63500">
                  <a:schemeClr val="accent6">
                    <a:satMod val="175000"/>
                    <a:alpha val="40000"/>
                  </a:schemeClr>
                </a:glow>
                <a:outerShdw blurRad="50800" dist="38100" dir="2700000" algn="tl" rotWithShape="0">
                  <a:prstClr val="black">
                    <a:alpha val="40000"/>
                  </a:prstClr>
                </a:outerShdw>
              </a:effectLst>
            </a:rPr>
            <a:t> </a:t>
          </a:r>
          <a:r>
            <a:rPr lang="en-IN" sz="1000" b="1">
              <a:effectLst>
                <a:glow rad="63500">
                  <a:schemeClr val="accent6">
                    <a:satMod val="175000"/>
                    <a:alpha val="40000"/>
                  </a:schemeClr>
                </a:glow>
                <a:outerShdw blurRad="50800" dist="38100" dir="2700000" algn="tl" rotWithShape="0">
                  <a:prstClr val="black">
                    <a:alpha val="40000"/>
                  </a:prstClr>
                </a:outerShdw>
              </a:effectLst>
              <a:latin typeface="Algerian" panose="04020705040A02060702" pitchFamily="82" charset="0"/>
            </a:rPr>
            <a:t>CASUAL USERS-</a:t>
          </a:r>
        </a:p>
        <a:p>
          <a:r>
            <a:rPr lang="en-IN" sz="1000" b="1">
              <a:effectLst>
                <a:glow rad="63500">
                  <a:schemeClr val="accent6">
                    <a:satMod val="175000"/>
                    <a:alpha val="40000"/>
                  </a:schemeClr>
                </a:glow>
                <a:outerShdw blurRad="50800" dist="38100" dir="2700000" algn="tl" rotWithShape="0">
                  <a:prstClr val="black">
                    <a:alpha val="40000"/>
                  </a:prstClr>
                </a:outerShdw>
              </a:effectLst>
              <a:latin typeface="Algerian" panose="04020705040A02060702" pitchFamily="82" charset="0"/>
            </a:rPr>
            <a:t>4921</a:t>
          </a:r>
        </a:p>
      </dgm:t>
    </dgm:pt>
    <dgm:pt modelId="{05101D70-4BF9-431C-82F2-8051E17BC312}" type="parTrans" cxnId="{7B9DF6F0-AA0D-482C-8B20-8F44EC984BE4}">
      <dgm:prSet/>
      <dgm:spPr/>
      <dgm:t>
        <a:bodyPr/>
        <a:lstStyle/>
        <a:p>
          <a:endParaRPr lang="en-IN">
            <a:effectLst>
              <a:glow rad="63500">
                <a:schemeClr val="accent6">
                  <a:satMod val="175000"/>
                  <a:alpha val="40000"/>
                </a:schemeClr>
              </a:glow>
              <a:outerShdw blurRad="50800" dist="38100" dir="2700000" algn="tl" rotWithShape="0">
                <a:prstClr val="black">
                  <a:alpha val="40000"/>
                </a:prstClr>
              </a:outerShdw>
            </a:effectLst>
          </a:endParaRPr>
        </a:p>
      </dgm:t>
    </dgm:pt>
    <dgm:pt modelId="{25C45836-1F59-4EC3-8C2A-43100B742783}" type="sibTrans" cxnId="{7B9DF6F0-AA0D-482C-8B20-8F44EC984BE4}">
      <dgm:prSet/>
      <dgm:spPr/>
      <dgm:t>
        <a:bodyPr/>
        <a:lstStyle/>
        <a:p>
          <a:endParaRPr lang="en-IN">
            <a:effectLst>
              <a:glow rad="63500">
                <a:schemeClr val="accent6">
                  <a:satMod val="175000"/>
                  <a:alpha val="40000"/>
                </a:schemeClr>
              </a:glow>
              <a:outerShdw blurRad="50800" dist="38100" dir="2700000" algn="tl" rotWithShape="0">
                <a:prstClr val="black">
                  <a:alpha val="40000"/>
                </a:prstClr>
              </a:outerShdw>
            </a:effectLst>
          </a:endParaRPr>
        </a:p>
      </dgm:t>
    </dgm:pt>
    <dgm:pt modelId="{F02DF73E-BEF8-4EA7-BAE7-C3F0120DAF20}" type="pres">
      <dgm:prSet presAssocID="{B0C0CA40-C08B-4D4D-9688-5AFF3E45E470}" presName="Name0" presStyleCnt="0">
        <dgm:presLayoutVars>
          <dgm:dir/>
          <dgm:resizeHandles val="exact"/>
        </dgm:presLayoutVars>
      </dgm:prSet>
      <dgm:spPr/>
    </dgm:pt>
    <dgm:pt modelId="{D6D4E091-08B2-4EA7-82B9-CC96EDFF3C3B}" type="pres">
      <dgm:prSet presAssocID="{305F771B-5A26-46CF-8E37-E0E00A36CB80}" presName="composite" presStyleCnt="0"/>
      <dgm:spPr/>
    </dgm:pt>
    <dgm:pt modelId="{267E4B18-996D-4245-BD6A-8519EAB5EA7B}" type="pres">
      <dgm:prSet presAssocID="{305F771B-5A26-46CF-8E37-E0E00A36CB80}" presName="bgChev" presStyleLbl="node1" presStyleIdx="0" presStyleCnt="3"/>
      <dgm:spPr/>
    </dgm:pt>
    <dgm:pt modelId="{91C75218-3F98-4321-9943-B8FEDA410822}" type="pres">
      <dgm:prSet presAssocID="{305F771B-5A26-46CF-8E37-E0E00A36CB80}" presName="txNode" presStyleLbl="fgAcc1" presStyleIdx="0" presStyleCnt="3">
        <dgm:presLayoutVars>
          <dgm:bulletEnabled val="1"/>
        </dgm:presLayoutVars>
      </dgm:prSet>
      <dgm:spPr/>
    </dgm:pt>
    <dgm:pt modelId="{3D6DC0E0-8600-4A9B-9FEB-29FE047D9DC7}" type="pres">
      <dgm:prSet presAssocID="{9CA40156-1591-4147-A6D5-75F17008C536}" presName="compositeSpace" presStyleCnt="0"/>
      <dgm:spPr/>
    </dgm:pt>
    <dgm:pt modelId="{92BFD135-5D01-4FB9-AE13-F220DFF29386}" type="pres">
      <dgm:prSet presAssocID="{3CBC4326-5A42-4676-B1F0-665D7D37E02D}" presName="composite" presStyleCnt="0"/>
      <dgm:spPr/>
    </dgm:pt>
    <dgm:pt modelId="{A0521CA1-48FA-4087-9419-A47A42444B94}" type="pres">
      <dgm:prSet presAssocID="{3CBC4326-5A42-4676-B1F0-665D7D37E02D}" presName="bgChev" presStyleLbl="node1" presStyleIdx="1" presStyleCnt="3"/>
      <dgm:spPr/>
    </dgm:pt>
    <dgm:pt modelId="{92D0937E-3628-4A4D-80FD-215FD9304AFA}" type="pres">
      <dgm:prSet presAssocID="{3CBC4326-5A42-4676-B1F0-665D7D37E02D}" presName="txNode" presStyleLbl="fgAcc1" presStyleIdx="1" presStyleCnt="3">
        <dgm:presLayoutVars>
          <dgm:bulletEnabled val="1"/>
        </dgm:presLayoutVars>
      </dgm:prSet>
      <dgm:spPr/>
    </dgm:pt>
    <dgm:pt modelId="{59983C26-72BC-4261-9193-4AAE8124142F}" type="pres">
      <dgm:prSet presAssocID="{F457D656-8C8C-45C7-AE08-45EF7BB34F72}" presName="compositeSpace" presStyleCnt="0"/>
      <dgm:spPr/>
    </dgm:pt>
    <dgm:pt modelId="{BD602153-98C1-48A8-B002-049C0B7AFBAE}" type="pres">
      <dgm:prSet presAssocID="{0A5205CD-13E3-4EA8-AD2F-DBD71AB56005}" presName="composite" presStyleCnt="0"/>
      <dgm:spPr/>
    </dgm:pt>
    <dgm:pt modelId="{A5D9C58C-655F-430E-AC90-196A0A35BD16}" type="pres">
      <dgm:prSet presAssocID="{0A5205CD-13E3-4EA8-AD2F-DBD71AB56005}" presName="bgChev" presStyleLbl="node1" presStyleIdx="2" presStyleCnt="3"/>
      <dgm:spPr/>
    </dgm:pt>
    <dgm:pt modelId="{9997F1BE-403E-4B52-A085-3E354A6665D5}" type="pres">
      <dgm:prSet presAssocID="{0A5205CD-13E3-4EA8-AD2F-DBD71AB56005}" presName="txNode" presStyleLbl="fgAcc1" presStyleIdx="2" presStyleCnt="3">
        <dgm:presLayoutVars>
          <dgm:bulletEnabled val="1"/>
        </dgm:presLayoutVars>
      </dgm:prSet>
      <dgm:spPr/>
    </dgm:pt>
  </dgm:ptLst>
  <dgm:cxnLst>
    <dgm:cxn modelId="{9D3F2C35-7FEA-46E6-8E2E-AFF6008AA6BF}" type="presOf" srcId="{305F771B-5A26-46CF-8E37-E0E00A36CB80}" destId="{91C75218-3F98-4321-9943-B8FEDA410822}" srcOrd="0" destOrd="0" presId="urn:microsoft.com/office/officeart/2005/8/layout/chevronAccent+Icon"/>
    <dgm:cxn modelId="{21180A64-50B3-48B2-AE49-A184BB02A803}" srcId="{B0C0CA40-C08B-4D4D-9688-5AFF3E45E470}" destId="{3CBC4326-5A42-4676-B1F0-665D7D37E02D}" srcOrd="1" destOrd="0" parTransId="{34EE6A91-2322-4F97-A4A1-29BA7AA911D3}" sibTransId="{F457D656-8C8C-45C7-AE08-45EF7BB34F72}"/>
    <dgm:cxn modelId="{EA9A4369-4BBE-40C8-9309-59DFDF9499EC}" type="presOf" srcId="{0A5205CD-13E3-4EA8-AD2F-DBD71AB56005}" destId="{9997F1BE-403E-4B52-A085-3E354A6665D5}" srcOrd="0" destOrd="0" presId="urn:microsoft.com/office/officeart/2005/8/layout/chevronAccent+Icon"/>
    <dgm:cxn modelId="{45453753-DB25-4649-82C6-C36C34A03996}" type="presOf" srcId="{3CBC4326-5A42-4676-B1F0-665D7D37E02D}" destId="{92D0937E-3628-4A4D-80FD-215FD9304AFA}" srcOrd="0" destOrd="0" presId="urn:microsoft.com/office/officeart/2005/8/layout/chevronAccent+Icon"/>
    <dgm:cxn modelId="{F47594A4-B2DB-4B44-8B19-53BC25D89517}" type="presOf" srcId="{B0C0CA40-C08B-4D4D-9688-5AFF3E45E470}" destId="{F02DF73E-BEF8-4EA7-BAE7-C3F0120DAF20}" srcOrd="0" destOrd="0" presId="urn:microsoft.com/office/officeart/2005/8/layout/chevronAccent+Icon"/>
    <dgm:cxn modelId="{7B9DF6F0-AA0D-482C-8B20-8F44EC984BE4}" srcId="{B0C0CA40-C08B-4D4D-9688-5AFF3E45E470}" destId="{0A5205CD-13E3-4EA8-AD2F-DBD71AB56005}" srcOrd="2" destOrd="0" parTransId="{05101D70-4BF9-431C-82F2-8051E17BC312}" sibTransId="{25C45836-1F59-4EC3-8C2A-43100B742783}"/>
    <dgm:cxn modelId="{4B8B4EFE-2AA9-4B99-AF3A-4220C47B8DF1}" srcId="{B0C0CA40-C08B-4D4D-9688-5AFF3E45E470}" destId="{305F771B-5A26-46CF-8E37-E0E00A36CB80}" srcOrd="0" destOrd="0" parTransId="{97C572F0-86D1-4964-8617-E8E1C0169701}" sibTransId="{9CA40156-1591-4147-A6D5-75F17008C536}"/>
    <dgm:cxn modelId="{4EC13CB3-8C4F-4AA0-BAAA-DCDE5B84A004}" type="presParOf" srcId="{F02DF73E-BEF8-4EA7-BAE7-C3F0120DAF20}" destId="{D6D4E091-08B2-4EA7-82B9-CC96EDFF3C3B}" srcOrd="0" destOrd="0" presId="urn:microsoft.com/office/officeart/2005/8/layout/chevronAccent+Icon"/>
    <dgm:cxn modelId="{3BA854C0-0B2C-4997-838F-F878025071CC}" type="presParOf" srcId="{D6D4E091-08B2-4EA7-82B9-CC96EDFF3C3B}" destId="{267E4B18-996D-4245-BD6A-8519EAB5EA7B}" srcOrd="0" destOrd="0" presId="urn:microsoft.com/office/officeart/2005/8/layout/chevronAccent+Icon"/>
    <dgm:cxn modelId="{653CC363-6B5B-4778-892E-65FD76F3CFF9}" type="presParOf" srcId="{D6D4E091-08B2-4EA7-82B9-CC96EDFF3C3B}" destId="{91C75218-3F98-4321-9943-B8FEDA410822}" srcOrd="1" destOrd="0" presId="urn:microsoft.com/office/officeart/2005/8/layout/chevronAccent+Icon"/>
    <dgm:cxn modelId="{5DC78BCB-17DE-4A02-96CC-C7A8004D9C5F}" type="presParOf" srcId="{F02DF73E-BEF8-4EA7-BAE7-C3F0120DAF20}" destId="{3D6DC0E0-8600-4A9B-9FEB-29FE047D9DC7}" srcOrd="1" destOrd="0" presId="urn:microsoft.com/office/officeart/2005/8/layout/chevronAccent+Icon"/>
    <dgm:cxn modelId="{6BC04CCC-055F-4D8D-9D9D-D1B1D148C012}" type="presParOf" srcId="{F02DF73E-BEF8-4EA7-BAE7-C3F0120DAF20}" destId="{92BFD135-5D01-4FB9-AE13-F220DFF29386}" srcOrd="2" destOrd="0" presId="urn:microsoft.com/office/officeart/2005/8/layout/chevronAccent+Icon"/>
    <dgm:cxn modelId="{94D48CC2-E635-456B-9064-252BA6A5CD0F}" type="presParOf" srcId="{92BFD135-5D01-4FB9-AE13-F220DFF29386}" destId="{A0521CA1-48FA-4087-9419-A47A42444B94}" srcOrd="0" destOrd="0" presId="urn:microsoft.com/office/officeart/2005/8/layout/chevronAccent+Icon"/>
    <dgm:cxn modelId="{7FC5767F-BE26-496D-8590-FE632EF4B7FF}" type="presParOf" srcId="{92BFD135-5D01-4FB9-AE13-F220DFF29386}" destId="{92D0937E-3628-4A4D-80FD-215FD9304AFA}" srcOrd="1" destOrd="0" presId="urn:microsoft.com/office/officeart/2005/8/layout/chevronAccent+Icon"/>
    <dgm:cxn modelId="{05B96460-ABBE-4CD8-8090-4C7F6CA102DF}" type="presParOf" srcId="{F02DF73E-BEF8-4EA7-BAE7-C3F0120DAF20}" destId="{59983C26-72BC-4261-9193-4AAE8124142F}" srcOrd="3" destOrd="0" presId="urn:microsoft.com/office/officeart/2005/8/layout/chevronAccent+Icon"/>
    <dgm:cxn modelId="{6EF7BAE1-2BF0-47DF-A9F8-CA7A173F36AC}" type="presParOf" srcId="{F02DF73E-BEF8-4EA7-BAE7-C3F0120DAF20}" destId="{BD602153-98C1-48A8-B002-049C0B7AFBAE}" srcOrd="4" destOrd="0" presId="urn:microsoft.com/office/officeart/2005/8/layout/chevronAccent+Icon"/>
    <dgm:cxn modelId="{D6000EAC-52B2-464C-91EF-7C486BF8F4F2}" type="presParOf" srcId="{BD602153-98C1-48A8-B002-049C0B7AFBAE}" destId="{A5D9C58C-655F-430E-AC90-196A0A35BD16}" srcOrd="0" destOrd="0" presId="urn:microsoft.com/office/officeart/2005/8/layout/chevronAccent+Icon"/>
    <dgm:cxn modelId="{4F151BF8-FE43-40E5-893F-3E0CC3E3930D}" type="presParOf" srcId="{BD602153-98C1-48A8-B002-049C0B7AFBAE}" destId="{9997F1BE-403E-4B52-A085-3E354A6665D5}" srcOrd="1" destOrd="0" presId="urn:microsoft.com/office/officeart/2005/8/layout/chevronAccent+Icon"/>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BE3C4CD-50A4-4BE9-8E09-AFE78518BBD6}" type="doc">
      <dgm:prSet loTypeId="urn:microsoft.com/office/officeart/2005/8/layout/chevronAccent+Icon" loCatId="process" qsTypeId="urn:microsoft.com/office/officeart/2005/8/quickstyle/3d3" qsCatId="3D" csTypeId="urn:microsoft.com/office/officeart/2005/8/colors/accent6_4" csCatId="accent6" phldr="1"/>
      <dgm:spPr>
        <a:scene3d>
          <a:camera prst="obliqueBottomLeft"/>
          <a:lightRig rig="threePt" dir="t"/>
        </a:scene3d>
      </dgm:spPr>
    </dgm:pt>
    <dgm:pt modelId="{6C9B1770-D14C-414F-9754-381556A79F5B}">
      <dgm:prSet phldrT="[Text]" custT="1"/>
      <dgm:spPr/>
      <dgm:t>
        <a:bodyPr/>
        <a:lstStyle/>
        <a:p>
          <a:r>
            <a:rPr lang="en-IN" sz="800" b="1">
              <a:effectLst>
                <a:glow rad="63500">
                  <a:schemeClr val="accent6">
                    <a:satMod val="175000"/>
                    <a:alpha val="40000"/>
                  </a:schemeClr>
                </a:glow>
              </a:effectLst>
              <a:latin typeface="Algerian" panose="04020705040A02060702" pitchFamily="82" charset="0"/>
            </a:rPr>
            <a:t>TEMPERATURE PROGRESS-</a:t>
          </a:r>
        </a:p>
        <a:p>
          <a:r>
            <a:rPr lang="en-IN" sz="800" b="1">
              <a:effectLst>
                <a:glow rad="63500">
                  <a:schemeClr val="accent6">
                    <a:satMod val="175000"/>
                    <a:alpha val="40000"/>
                  </a:schemeClr>
                </a:glow>
              </a:effectLst>
              <a:latin typeface="Algerian" panose="04020705040A02060702" pitchFamily="82" charset="0"/>
            </a:rPr>
            <a:t>99.64% </a:t>
          </a:r>
        </a:p>
      </dgm:t>
    </dgm:pt>
    <dgm:pt modelId="{6C8AD098-BA2E-462D-9670-DC6CBC88893B}" type="parTrans" cxnId="{61700123-1A59-4F69-892F-1E3A06BC43FB}">
      <dgm:prSet/>
      <dgm:spPr/>
      <dgm:t>
        <a:bodyPr/>
        <a:lstStyle/>
        <a:p>
          <a:endParaRPr lang="en-IN">
            <a:effectLst>
              <a:glow rad="63500">
                <a:schemeClr val="accent6">
                  <a:satMod val="175000"/>
                  <a:alpha val="40000"/>
                </a:schemeClr>
              </a:glow>
            </a:effectLst>
          </a:endParaRPr>
        </a:p>
      </dgm:t>
    </dgm:pt>
    <dgm:pt modelId="{93058572-07AB-456B-96E6-608758C12D40}" type="sibTrans" cxnId="{61700123-1A59-4F69-892F-1E3A06BC43FB}">
      <dgm:prSet/>
      <dgm:spPr/>
      <dgm:t>
        <a:bodyPr/>
        <a:lstStyle/>
        <a:p>
          <a:endParaRPr lang="en-IN">
            <a:effectLst>
              <a:glow rad="63500">
                <a:schemeClr val="accent6">
                  <a:satMod val="175000"/>
                  <a:alpha val="40000"/>
                </a:schemeClr>
              </a:glow>
            </a:effectLst>
          </a:endParaRPr>
        </a:p>
      </dgm:t>
    </dgm:pt>
    <dgm:pt modelId="{BFB9A933-DBAB-4C28-AA09-F39B0AF282A0}">
      <dgm:prSet phldrT="[Text]" custT="1"/>
      <dgm:spPr/>
      <dgm:t>
        <a:bodyPr/>
        <a:lstStyle/>
        <a:p>
          <a:r>
            <a:rPr lang="en-IN" sz="500">
              <a:effectLst>
                <a:glow rad="63500">
                  <a:schemeClr val="accent6">
                    <a:satMod val="175000"/>
                    <a:alpha val="40000"/>
                  </a:schemeClr>
                </a:glow>
              </a:effectLst>
            </a:rPr>
            <a:t> </a:t>
          </a:r>
          <a:r>
            <a:rPr lang="en-IN" sz="900" b="1">
              <a:effectLst>
                <a:glow rad="63500">
                  <a:schemeClr val="accent6">
                    <a:satMod val="175000"/>
                    <a:alpha val="40000"/>
                  </a:schemeClr>
                </a:glow>
              </a:effectLst>
              <a:latin typeface="Algerian" panose="04020705040A02060702" pitchFamily="82" charset="0"/>
            </a:rPr>
            <a:t>HOURLY  DEMAND-</a:t>
          </a:r>
        </a:p>
        <a:p>
          <a:r>
            <a:rPr lang="en-IN" sz="900" b="1">
              <a:effectLst>
                <a:glow rad="63500">
                  <a:schemeClr val="accent6">
                    <a:satMod val="175000"/>
                    <a:alpha val="40000"/>
                  </a:schemeClr>
                </a:glow>
              </a:effectLst>
              <a:latin typeface="Algerian" panose="04020705040A02060702" pitchFamily="82" charset="0"/>
            </a:rPr>
            <a:t>58.30</a:t>
          </a:r>
        </a:p>
        <a:p>
          <a:endParaRPr lang="en-IN" sz="500">
            <a:effectLst>
              <a:glow rad="63500">
                <a:schemeClr val="accent6">
                  <a:satMod val="175000"/>
                  <a:alpha val="40000"/>
                </a:schemeClr>
              </a:glow>
            </a:effectLst>
          </a:endParaRPr>
        </a:p>
      </dgm:t>
    </dgm:pt>
    <dgm:pt modelId="{E31996AE-56F3-4602-82C6-E98C6325C4B1}" type="parTrans" cxnId="{8FB8759B-7DC8-40A2-9BAB-BCD5CCE31D4D}">
      <dgm:prSet/>
      <dgm:spPr/>
      <dgm:t>
        <a:bodyPr/>
        <a:lstStyle/>
        <a:p>
          <a:endParaRPr lang="en-IN">
            <a:effectLst>
              <a:glow rad="63500">
                <a:schemeClr val="accent6">
                  <a:satMod val="175000"/>
                  <a:alpha val="40000"/>
                </a:schemeClr>
              </a:glow>
            </a:effectLst>
          </a:endParaRPr>
        </a:p>
      </dgm:t>
    </dgm:pt>
    <dgm:pt modelId="{B2AEDE22-06FD-4AC9-B0A8-E708CE95F92F}" type="sibTrans" cxnId="{8FB8759B-7DC8-40A2-9BAB-BCD5CCE31D4D}">
      <dgm:prSet/>
      <dgm:spPr/>
      <dgm:t>
        <a:bodyPr/>
        <a:lstStyle/>
        <a:p>
          <a:endParaRPr lang="en-IN">
            <a:effectLst>
              <a:glow rad="63500">
                <a:schemeClr val="accent6">
                  <a:satMod val="175000"/>
                  <a:alpha val="40000"/>
                </a:schemeClr>
              </a:glow>
            </a:effectLst>
          </a:endParaRPr>
        </a:p>
      </dgm:t>
    </dgm:pt>
    <dgm:pt modelId="{582129B1-2BAA-47F6-86FE-09533514EBE3}">
      <dgm:prSet phldrT="[Text]" custT="1"/>
      <dgm:spPr/>
      <dgm:t>
        <a:bodyPr/>
        <a:lstStyle/>
        <a:p>
          <a:r>
            <a:rPr lang="en-IN" sz="900" b="1">
              <a:effectLst>
                <a:glow rad="63500">
                  <a:schemeClr val="accent6">
                    <a:satMod val="175000"/>
                    <a:alpha val="40000"/>
                  </a:schemeClr>
                </a:glow>
              </a:effectLst>
              <a:latin typeface="Algerian" panose="04020705040A02060702" pitchFamily="82" charset="0"/>
            </a:rPr>
            <a:t>AVERAGE HUMIDITY -</a:t>
          </a:r>
        </a:p>
        <a:p>
          <a:r>
            <a:rPr lang="en-IN" sz="900" b="1">
              <a:effectLst>
                <a:glow rad="63500">
                  <a:schemeClr val="accent6">
                    <a:satMod val="175000"/>
                    <a:alpha val="40000"/>
                  </a:schemeClr>
                </a:glow>
              </a:effectLst>
              <a:latin typeface="Algerian" panose="04020705040A02060702" pitchFamily="82" charset="0"/>
            </a:rPr>
            <a:t>3.6313</a:t>
          </a:r>
        </a:p>
      </dgm:t>
    </dgm:pt>
    <dgm:pt modelId="{13E86748-4464-4BD4-B105-7CE9FB553270}" type="parTrans" cxnId="{9A580FB0-17A8-4431-A306-B89DCB23706B}">
      <dgm:prSet/>
      <dgm:spPr/>
      <dgm:t>
        <a:bodyPr/>
        <a:lstStyle/>
        <a:p>
          <a:endParaRPr lang="en-IN">
            <a:effectLst>
              <a:glow rad="63500">
                <a:schemeClr val="accent6">
                  <a:satMod val="175000"/>
                  <a:alpha val="40000"/>
                </a:schemeClr>
              </a:glow>
            </a:effectLst>
          </a:endParaRPr>
        </a:p>
      </dgm:t>
    </dgm:pt>
    <dgm:pt modelId="{684004F0-351D-4790-B6B0-4978BA3A5A59}" type="sibTrans" cxnId="{9A580FB0-17A8-4431-A306-B89DCB23706B}">
      <dgm:prSet/>
      <dgm:spPr/>
      <dgm:t>
        <a:bodyPr/>
        <a:lstStyle/>
        <a:p>
          <a:endParaRPr lang="en-IN">
            <a:effectLst>
              <a:glow rad="63500">
                <a:schemeClr val="accent6">
                  <a:satMod val="175000"/>
                  <a:alpha val="40000"/>
                </a:schemeClr>
              </a:glow>
            </a:effectLst>
          </a:endParaRPr>
        </a:p>
      </dgm:t>
    </dgm:pt>
    <dgm:pt modelId="{BEDAE3FD-F9EC-4812-AE3C-06C15CEC8E0F}" type="pres">
      <dgm:prSet presAssocID="{7BE3C4CD-50A4-4BE9-8E09-AFE78518BBD6}" presName="Name0" presStyleCnt="0">
        <dgm:presLayoutVars>
          <dgm:dir/>
          <dgm:resizeHandles val="exact"/>
        </dgm:presLayoutVars>
      </dgm:prSet>
      <dgm:spPr/>
    </dgm:pt>
    <dgm:pt modelId="{7E21A9E5-0E2C-40E9-8C57-6E9172FB2DA0}" type="pres">
      <dgm:prSet presAssocID="{6C9B1770-D14C-414F-9754-381556A79F5B}" presName="composite" presStyleCnt="0"/>
      <dgm:spPr/>
    </dgm:pt>
    <dgm:pt modelId="{C9B6836A-04A4-41EE-9D2E-6A7359DE1609}" type="pres">
      <dgm:prSet presAssocID="{6C9B1770-D14C-414F-9754-381556A79F5B}" presName="bgChev" presStyleLbl="node1" presStyleIdx="0" presStyleCnt="3"/>
      <dgm:spPr/>
    </dgm:pt>
    <dgm:pt modelId="{CD546867-0C85-4190-96F1-F896AED0B779}" type="pres">
      <dgm:prSet presAssocID="{6C9B1770-D14C-414F-9754-381556A79F5B}" presName="txNode" presStyleLbl="fgAcc1" presStyleIdx="0" presStyleCnt="3" custLinFactNeighborX="-1204">
        <dgm:presLayoutVars>
          <dgm:bulletEnabled val="1"/>
        </dgm:presLayoutVars>
      </dgm:prSet>
      <dgm:spPr/>
    </dgm:pt>
    <dgm:pt modelId="{B823CD1D-27B6-40E6-8805-C9534B191B9F}" type="pres">
      <dgm:prSet presAssocID="{93058572-07AB-456B-96E6-608758C12D40}" presName="compositeSpace" presStyleCnt="0"/>
      <dgm:spPr/>
    </dgm:pt>
    <dgm:pt modelId="{53F79FCF-3A94-4578-9297-2E856BA9F184}" type="pres">
      <dgm:prSet presAssocID="{BFB9A933-DBAB-4C28-AA09-F39B0AF282A0}" presName="composite" presStyleCnt="0"/>
      <dgm:spPr/>
    </dgm:pt>
    <dgm:pt modelId="{C85A870A-02BB-478D-8560-A5F67F91984C}" type="pres">
      <dgm:prSet presAssocID="{BFB9A933-DBAB-4C28-AA09-F39B0AF282A0}" presName="bgChev" presStyleLbl="node1" presStyleIdx="1" presStyleCnt="3" custLinFactNeighborY="-2016"/>
      <dgm:spPr/>
    </dgm:pt>
    <dgm:pt modelId="{38F4507C-336D-4D2A-84F3-23A1238EB17C}" type="pres">
      <dgm:prSet presAssocID="{BFB9A933-DBAB-4C28-AA09-F39B0AF282A0}" presName="txNode" presStyleLbl="fgAcc1" presStyleIdx="1" presStyleCnt="3">
        <dgm:presLayoutVars>
          <dgm:bulletEnabled val="1"/>
        </dgm:presLayoutVars>
      </dgm:prSet>
      <dgm:spPr/>
    </dgm:pt>
    <dgm:pt modelId="{9E0FE5A2-A968-41C5-84BA-85B8BE8CD7FC}" type="pres">
      <dgm:prSet presAssocID="{B2AEDE22-06FD-4AC9-B0A8-E708CE95F92F}" presName="compositeSpace" presStyleCnt="0"/>
      <dgm:spPr/>
    </dgm:pt>
    <dgm:pt modelId="{31F9D899-9F56-456C-BA1A-612B4E07ABA5}" type="pres">
      <dgm:prSet presAssocID="{582129B1-2BAA-47F6-86FE-09533514EBE3}" presName="composite" presStyleCnt="0"/>
      <dgm:spPr/>
    </dgm:pt>
    <dgm:pt modelId="{F06A2177-5824-4F5F-8135-90D8B204D510}" type="pres">
      <dgm:prSet presAssocID="{582129B1-2BAA-47F6-86FE-09533514EBE3}" presName="bgChev" presStyleLbl="node1" presStyleIdx="2" presStyleCnt="3"/>
      <dgm:spPr/>
    </dgm:pt>
    <dgm:pt modelId="{EEAAEFAA-8B0D-4944-9C8B-58D7C98BFC8E}" type="pres">
      <dgm:prSet presAssocID="{582129B1-2BAA-47F6-86FE-09533514EBE3}" presName="txNode" presStyleLbl="fgAcc1" presStyleIdx="2" presStyleCnt="3">
        <dgm:presLayoutVars>
          <dgm:bulletEnabled val="1"/>
        </dgm:presLayoutVars>
      </dgm:prSet>
      <dgm:spPr/>
    </dgm:pt>
  </dgm:ptLst>
  <dgm:cxnLst>
    <dgm:cxn modelId="{61700123-1A59-4F69-892F-1E3A06BC43FB}" srcId="{7BE3C4CD-50A4-4BE9-8E09-AFE78518BBD6}" destId="{6C9B1770-D14C-414F-9754-381556A79F5B}" srcOrd="0" destOrd="0" parTransId="{6C8AD098-BA2E-462D-9670-DC6CBC88893B}" sibTransId="{93058572-07AB-456B-96E6-608758C12D40}"/>
    <dgm:cxn modelId="{9B239748-2395-4677-AD62-D3F3CEBAE29F}" type="presOf" srcId="{7BE3C4CD-50A4-4BE9-8E09-AFE78518BBD6}" destId="{BEDAE3FD-F9EC-4812-AE3C-06C15CEC8E0F}" srcOrd="0" destOrd="0" presId="urn:microsoft.com/office/officeart/2005/8/layout/chevronAccent+Icon"/>
    <dgm:cxn modelId="{7F558C82-0966-402F-A828-84B5048C5AB2}" type="presOf" srcId="{582129B1-2BAA-47F6-86FE-09533514EBE3}" destId="{EEAAEFAA-8B0D-4944-9C8B-58D7C98BFC8E}" srcOrd="0" destOrd="0" presId="urn:microsoft.com/office/officeart/2005/8/layout/chevronAccent+Icon"/>
    <dgm:cxn modelId="{CE630187-04BE-4450-88FF-C005B9F563A8}" type="presOf" srcId="{BFB9A933-DBAB-4C28-AA09-F39B0AF282A0}" destId="{38F4507C-336D-4D2A-84F3-23A1238EB17C}" srcOrd="0" destOrd="0" presId="urn:microsoft.com/office/officeart/2005/8/layout/chevronAccent+Icon"/>
    <dgm:cxn modelId="{8FB8759B-7DC8-40A2-9BAB-BCD5CCE31D4D}" srcId="{7BE3C4CD-50A4-4BE9-8E09-AFE78518BBD6}" destId="{BFB9A933-DBAB-4C28-AA09-F39B0AF282A0}" srcOrd="1" destOrd="0" parTransId="{E31996AE-56F3-4602-82C6-E98C6325C4B1}" sibTransId="{B2AEDE22-06FD-4AC9-B0A8-E708CE95F92F}"/>
    <dgm:cxn modelId="{9A580FB0-17A8-4431-A306-B89DCB23706B}" srcId="{7BE3C4CD-50A4-4BE9-8E09-AFE78518BBD6}" destId="{582129B1-2BAA-47F6-86FE-09533514EBE3}" srcOrd="2" destOrd="0" parTransId="{13E86748-4464-4BD4-B105-7CE9FB553270}" sibTransId="{684004F0-351D-4790-B6B0-4978BA3A5A59}"/>
    <dgm:cxn modelId="{62723FE1-45E4-4FA1-B810-B94D3C7253D4}" type="presOf" srcId="{6C9B1770-D14C-414F-9754-381556A79F5B}" destId="{CD546867-0C85-4190-96F1-F896AED0B779}" srcOrd="0" destOrd="0" presId="urn:microsoft.com/office/officeart/2005/8/layout/chevronAccent+Icon"/>
    <dgm:cxn modelId="{0ED4713E-5A39-4C1E-B0AA-7C9D353B27E4}" type="presParOf" srcId="{BEDAE3FD-F9EC-4812-AE3C-06C15CEC8E0F}" destId="{7E21A9E5-0E2C-40E9-8C57-6E9172FB2DA0}" srcOrd="0" destOrd="0" presId="urn:microsoft.com/office/officeart/2005/8/layout/chevronAccent+Icon"/>
    <dgm:cxn modelId="{82DEDB8A-8011-430E-8B80-52FB531EC1FA}" type="presParOf" srcId="{7E21A9E5-0E2C-40E9-8C57-6E9172FB2DA0}" destId="{C9B6836A-04A4-41EE-9D2E-6A7359DE1609}" srcOrd="0" destOrd="0" presId="urn:microsoft.com/office/officeart/2005/8/layout/chevronAccent+Icon"/>
    <dgm:cxn modelId="{81193566-7B27-4DAC-9AE9-3550A4D9E512}" type="presParOf" srcId="{7E21A9E5-0E2C-40E9-8C57-6E9172FB2DA0}" destId="{CD546867-0C85-4190-96F1-F896AED0B779}" srcOrd="1" destOrd="0" presId="urn:microsoft.com/office/officeart/2005/8/layout/chevronAccent+Icon"/>
    <dgm:cxn modelId="{444A8377-25DE-477E-8A77-101FE82AD000}" type="presParOf" srcId="{BEDAE3FD-F9EC-4812-AE3C-06C15CEC8E0F}" destId="{B823CD1D-27B6-40E6-8805-C9534B191B9F}" srcOrd="1" destOrd="0" presId="urn:microsoft.com/office/officeart/2005/8/layout/chevronAccent+Icon"/>
    <dgm:cxn modelId="{108E5654-E890-4824-9302-D3ACEFBC5223}" type="presParOf" srcId="{BEDAE3FD-F9EC-4812-AE3C-06C15CEC8E0F}" destId="{53F79FCF-3A94-4578-9297-2E856BA9F184}" srcOrd="2" destOrd="0" presId="urn:microsoft.com/office/officeart/2005/8/layout/chevronAccent+Icon"/>
    <dgm:cxn modelId="{C54E853A-B1E3-4D49-A644-480ADE0B6058}" type="presParOf" srcId="{53F79FCF-3A94-4578-9297-2E856BA9F184}" destId="{C85A870A-02BB-478D-8560-A5F67F91984C}" srcOrd="0" destOrd="0" presId="urn:microsoft.com/office/officeart/2005/8/layout/chevronAccent+Icon"/>
    <dgm:cxn modelId="{ADE528E3-BA77-4A63-9261-B64610DC4EA3}" type="presParOf" srcId="{53F79FCF-3A94-4578-9297-2E856BA9F184}" destId="{38F4507C-336D-4D2A-84F3-23A1238EB17C}" srcOrd="1" destOrd="0" presId="urn:microsoft.com/office/officeart/2005/8/layout/chevronAccent+Icon"/>
    <dgm:cxn modelId="{596CFB9B-F93C-4F75-B34D-49DB827A4F40}" type="presParOf" srcId="{BEDAE3FD-F9EC-4812-AE3C-06C15CEC8E0F}" destId="{9E0FE5A2-A968-41C5-84BA-85B8BE8CD7FC}" srcOrd="3" destOrd="0" presId="urn:microsoft.com/office/officeart/2005/8/layout/chevronAccent+Icon"/>
    <dgm:cxn modelId="{8FC1ACB8-81E7-443A-8D62-86358C1E0DEC}" type="presParOf" srcId="{BEDAE3FD-F9EC-4812-AE3C-06C15CEC8E0F}" destId="{31F9D899-9F56-456C-BA1A-612B4E07ABA5}" srcOrd="4" destOrd="0" presId="urn:microsoft.com/office/officeart/2005/8/layout/chevronAccent+Icon"/>
    <dgm:cxn modelId="{C00B5455-CDDA-4361-B4F5-0B33340396EB}" type="presParOf" srcId="{31F9D899-9F56-456C-BA1A-612B4E07ABA5}" destId="{F06A2177-5824-4F5F-8135-90D8B204D510}" srcOrd="0" destOrd="0" presId="urn:microsoft.com/office/officeart/2005/8/layout/chevronAccent+Icon"/>
    <dgm:cxn modelId="{74E901C2-D884-4EC2-A64A-4FE43CE8A472}" type="presParOf" srcId="{31F9D899-9F56-456C-BA1A-612B4E07ABA5}" destId="{EEAAEFAA-8B0D-4944-9C8B-58D7C98BFC8E}" srcOrd="1" destOrd="0" presId="urn:microsoft.com/office/officeart/2005/8/layout/chevronAccent+Icon"/>
  </dgm:cxnLst>
  <dgm:bg>
    <a:solidFill>
      <a:schemeClr val="tx1"/>
    </a:solidFill>
  </dgm:bg>
  <dgm:whole/>
  <dgm:extLst>
    <a:ext uri="http://schemas.microsoft.com/office/drawing/2008/diagram">
      <dsp:dataModelExt xmlns:dsp="http://schemas.microsoft.com/office/drawing/2008/diagram" relId="rId2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7E4B18-996D-4245-BD6A-8519EAB5EA7B}">
      <dsp:nvSpPr>
        <dsp:cNvPr id="0" name=""/>
        <dsp:cNvSpPr/>
      </dsp:nvSpPr>
      <dsp:spPr>
        <a:xfrm>
          <a:off x="622" y="0"/>
          <a:ext cx="1564264" cy="545737"/>
        </a:xfrm>
        <a:prstGeom prst="chevron">
          <a:avLst>
            <a:gd name="adj" fmla="val 40000"/>
          </a:avLst>
        </a:prstGeom>
        <a:solidFill>
          <a:schemeClr val="accent6">
            <a:shade val="50000"/>
            <a:hueOff val="0"/>
            <a:satOff val="0"/>
            <a:lumOff val="0"/>
            <a:alphaOff val="0"/>
          </a:schemeClr>
        </a:solidFill>
        <a:ln>
          <a:noFill/>
        </a:ln>
        <a:effectLst>
          <a:outerShdw blurRad="381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91C75218-3F98-4321-9943-B8FEDA410822}">
      <dsp:nvSpPr>
        <dsp:cNvPr id="0" name=""/>
        <dsp:cNvSpPr/>
      </dsp:nvSpPr>
      <dsp:spPr>
        <a:xfrm>
          <a:off x="417759" y="136434"/>
          <a:ext cx="1320934" cy="545737"/>
        </a:xfrm>
        <a:prstGeom prst="roundRect">
          <a:avLst>
            <a:gd name="adj" fmla="val 10000"/>
          </a:avLst>
        </a:prstGeom>
        <a:solidFill>
          <a:schemeClr val="lt1">
            <a:alpha val="90000"/>
            <a:hueOff val="0"/>
            <a:satOff val="0"/>
            <a:lumOff val="0"/>
            <a:alphaOff val="0"/>
          </a:schemeClr>
        </a:solidFill>
        <a:ln>
          <a:noFill/>
        </a:ln>
        <a:effectLst/>
        <a:scene3d>
          <a:camera prst="obliqueBottomRight"/>
          <a:lightRig rig="threePt" dir="t"/>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4008" tIns="64008" rIns="64008" bIns="64008" numCol="1" spcCol="1270" anchor="ctr" anchorCtr="0">
          <a:noAutofit/>
        </a:bodyPr>
        <a:lstStyle/>
        <a:p>
          <a:pPr marL="0" lvl="0" indent="0" algn="ctr" defTabSz="400050">
            <a:lnSpc>
              <a:spcPct val="90000"/>
            </a:lnSpc>
            <a:spcBef>
              <a:spcPct val="0"/>
            </a:spcBef>
            <a:spcAft>
              <a:spcPct val="35000"/>
            </a:spcAft>
            <a:buNone/>
          </a:pPr>
          <a:r>
            <a:rPr lang="en-IN" sz="900" b="1" kern="1200">
              <a:effectLst>
                <a:glow rad="63500">
                  <a:schemeClr val="accent6">
                    <a:satMod val="175000"/>
                    <a:alpha val="40000"/>
                  </a:schemeClr>
                </a:glow>
                <a:outerShdw blurRad="50800" dist="38100" dir="2700000" algn="tl" rotWithShape="0">
                  <a:prstClr val="black">
                    <a:alpha val="40000"/>
                  </a:prstClr>
                </a:outerShdw>
              </a:effectLst>
              <a:latin typeface="Algerian" panose="04020705040A02060702" pitchFamily="82" charset="0"/>
            </a:rPr>
            <a:t>TOTAL DEMAND RENTAL VOLUME -58304</a:t>
          </a:r>
        </a:p>
      </dsp:txBody>
      <dsp:txXfrm>
        <a:off x="433743" y="152418"/>
        <a:ext cx="1288966" cy="513769"/>
      </dsp:txXfrm>
    </dsp:sp>
    <dsp:sp modelId="{A0521CA1-48FA-4087-9419-A47A42444B94}">
      <dsp:nvSpPr>
        <dsp:cNvPr id="0" name=""/>
        <dsp:cNvSpPr/>
      </dsp:nvSpPr>
      <dsp:spPr>
        <a:xfrm>
          <a:off x="1787359" y="0"/>
          <a:ext cx="1564264" cy="545737"/>
        </a:xfrm>
        <a:prstGeom prst="chevron">
          <a:avLst>
            <a:gd name="adj" fmla="val 40000"/>
          </a:avLst>
        </a:prstGeom>
        <a:solidFill>
          <a:schemeClr val="accent6">
            <a:shade val="50000"/>
            <a:hueOff val="26433"/>
            <a:satOff val="-5856"/>
            <a:lumOff val="28335"/>
            <a:alphaOff val="0"/>
          </a:schemeClr>
        </a:solidFill>
        <a:ln>
          <a:noFill/>
        </a:ln>
        <a:effectLst>
          <a:outerShdw blurRad="381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92D0937E-3628-4A4D-80FD-215FD9304AFA}">
      <dsp:nvSpPr>
        <dsp:cNvPr id="0" name=""/>
        <dsp:cNvSpPr/>
      </dsp:nvSpPr>
      <dsp:spPr>
        <a:xfrm>
          <a:off x="2204496" y="136434"/>
          <a:ext cx="1320934" cy="545737"/>
        </a:xfrm>
        <a:prstGeom prst="roundRect">
          <a:avLst>
            <a:gd name="adj" fmla="val 10000"/>
          </a:avLst>
        </a:prstGeom>
        <a:solidFill>
          <a:schemeClr val="lt1">
            <a:alpha val="90000"/>
            <a:hueOff val="0"/>
            <a:satOff val="0"/>
            <a:lumOff val="0"/>
            <a:alphaOff val="0"/>
          </a:schemeClr>
        </a:solidFill>
        <a:ln>
          <a:noFill/>
        </a:ln>
        <a:effectLst/>
        <a:scene3d>
          <a:camera prst="obliqueBottomRight"/>
          <a:lightRig rig="threePt" dir="t"/>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6896" tIns="56896" rIns="56896" bIns="56896" numCol="1" spcCol="1270" anchor="ctr" anchorCtr="0">
          <a:noAutofit/>
        </a:bodyPr>
        <a:lstStyle/>
        <a:p>
          <a:pPr marL="0" lvl="0" indent="0" algn="ctr" defTabSz="355600">
            <a:lnSpc>
              <a:spcPct val="90000"/>
            </a:lnSpc>
            <a:spcBef>
              <a:spcPct val="0"/>
            </a:spcBef>
            <a:spcAft>
              <a:spcPct val="35000"/>
            </a:spcAft>
            <a:buNone/>
          </a:pPr>
          <a:r>
            <a:rPr lang="en-IN" sz="800" kern="1200">
              <a:effectLst>
                <a:glow rad="63500">
                  <a:schemeClr val="accent6">
                    <a:satMod val="175000"/>
                    <a:alpha val="40000"/>
                  </a:schemeClr>
                </a:glow>
                <a:outerShdw blurRad="50800" dist="38100" dir="2700000" algn="tl" rotWithShape="0">
                  <a:prstClr val="black">
                    <a:alpha val="40000"/>
                  </a:prstClr>
                </a:outerShdw>
              </a:effectLst>
            </a:rPr>
            <a:t> </a:t>
          </a:r>
          <a:r>
            <a:rPr lang="en-IN" sz="1000" b="1" kern="1200">
              <a:effectLst>
                <a:glow rad="63500">
                  <a:schemeClr val="accent6">
                    <a:satMod val="175000"/>
                    <a:alpha val="40000"/>
                  </a:schemeClr>
                </a:glow>
                <a:outerShdw blurRad="50800" dist="38100" dir="2700000" algn="tl" rotWithShape="0">
                  <a:prstClr val="black">
                    <a:alpha val="40000"/>
                  </a:prstClr>
                </a:outerShdw>
              </a:effectLst>
              <a:latin typeface="Algerian" panose="04020705040A02060702" pitchFamily="82" charset="0"/>
            </a:rPr>
            <a:t>REGISTERED USERS-53383</a:t>
          </a:r>
        </a:p>
      </dsp:txBody>
      <dsp:txXfrm>
        <a:off x="2220480" y="152418"/>
        <a:ext cx="1288966" cy="513769"/>
      </dsp:txXfrm>
    </dsp:sp>
    <dsp:sp modelId="{A5D9C58C-655F-430E-AC90-196A0A35BD16}">
      <dsp:nvSpPr>
        <dsp:cNvPr id="0" name=""/>
        <dsp:cNvSpPr/>
      </dsp:nvSpPr>
      <dsp:spPr>
        <a:xfrm>
          <a:off x="3574097" y="0"/>
          <a:ext cx="1564264" cy="545737"/>
        </a:xfrm>
        <a:prstGeom prst="chevron">
          <a:avLst>
            <a:gd name="adj" fmla="val 40000"/>
          </a:avLst>
        </a:prstGeom>
        <a:solidFill>
          <a:schemeClr val="accent6">
            <a:shade val="50000"/>
            <a:hueOff val="26433"/>
            <a:satOff val="-5856"/>
            <a:lumOff val="28335"/>
            <a:alphaOff val="0"/>
          </a:schemeClr>
        </a:solidFill>
        <a:ln>
          <a:noFill/>
        </a:ln>
        <a:effectLst>
          <a:outerShdw blurRad="381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9997F1BE-403E-4B52-A085-3E354A6665D5}">
      <dsp:nvSpPr>
        <dsp:cNvPr id="0" name=""/>
        <dsp:cNvSpPr/>
      </dsp:nvSpPr>
      <dsp:spPr>
        <a:xfrm>
          <a:off x="3991234" y="136434"/>
          <a:ext cx="1320934" cy="545737"/>
        </a:xfrm>
        <a:prstGeom prst="roundRect">
          <a:avLst>
            <a:gd name="adj" fmla="val 10000"/>
          </a:avLst>
        </a:prstGeom>
        <a:solidFill>
          <a:schemeClr val="lt1">
            <a:alpha val="90000"/>
            <a:hueOff val="0"/>
            <a:satOff val="0"/>
            <a:lumOff val="0"/>
            <a:alphaOff val="0"/>
          </a:schemeClr>
        </a:solidFill>
        <a:ln>
          <a:noFill/>
        </a:ln>
        <a:effectLst/>
        <a:scene3d>
          <a:camera prst="obliqueBottomRight"/>
          <a:lightRig rig="threePt" dir="t"/>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6896" tIns="56896" rIns="56896" bIns="56896" numCol="1" spcCol="1270" anchor="ctr" anchorCtr="0">
          <a:noAutofit/>
        </a:bodyPr>
        <a:lstStyle/>
        <a:p>
          <a:pPr marL="0" lvl="0" indent="0" algn="ctr" defTabSz="355600">
            <a:lnSpc>
              <a:spcPct val="90000"/>
            </a:lnSpc>
            <a:spcBef>
              <a:spcPct val="0"/>
            </a:spcBef>
            <a:spcAft>
              <a:spcPct val="35000"/>
            </a:spcAft>
            <a:buNone/>
          </a:pPr>
          <a:r>
            <a:rPr lang="en-IN" sz="800" kern="1200">
              <a:effectLst>
                <a:glow rad="63500">
                  <a:schemeClr val="accent6">
                    <a:satMod val="175000"/>
                    <a:alpha val="40000"/>
                  </a:schemeClr>
                </a:glow>
                <a:outerShdw blurRad="50800" dist="38100" dir="2700000" algn="tl" rotWithShape="0">
                  <a:prstClr val="black">
                    <a:alpha val="40000"/>
                  </a:prstClr>
                </a:outerShdw>
              </a:effectLst>
            </a:rPr>
            <a:t> </a:t>
          </a:r>
          <a:r>
            <a:rPr lang="en-IN" sz="1000" b="1" kern="1200">
              <a:effectLst>
                <a:glow rad="63500">
                  <a:schemeClr val="accent6">
                    <a:satMod val="175000"/>
                    <a:alpha val="40000"/>
                  </a:schemeClr>
                </a:glow>
                <a:outerShdw blurRad="50800" dist="38100" dir="2700000" algn="tl" rotWithShape="0">
                  <a:prstClr val="black">
                    <a:alpha val="40000"/>
                  </a:prstClr>
                </a:outerShdw>
              </a:effectLst>
              <a:latin typeface="Algerian" panose="04020705040A02060702" pitchFamily="82" charset="0"/>
            </a:rPr>
            <a:t>CASUAL USERS-</a:t>
          </a:r>
        </a:p>
        <a:p>
          <a:pPr marL="0" lvl="0" indent="0" algn="ctr" defTabSz="355600">
            <a:lnSpc>
              <a:spcPct val="90000"/>
            </a:lnSpc>
            <a:spcBef>
              <a:spcPct val="0"/>
            </a:spcBef>
            <a:spcAft>
              <a:spcPct val="35000"/>
            </a:spcAft>
            <a:buNone/>
          </a:pPr>
          <a:r>
            <a:rPr lang="en-IN" sz="1000" b="1" kern="1200">
              <a:effectLst>
                <a:glow rad="63500">
                  <a:schemeClr val="accent6">
                    <a:satMod val="175000"/>
                    <a:alpha val="40000"/>
                  </a:schemeClr>
                </a:glow>
                <a:outerShdw blurRad="50800" dist="38100" dir="2700000" algn="tl" rotWithShape="0">
                  <a:prstClr val="black">
                    <a:alpha val="40000"/>
                  </a:prstClr>
                </a:outerShdw>
              </a:effectLst>
              <a:latin typeface="Algerian" panose="04020705040A02060702" pitchFamily="82" charset="0"/>
            </a:rPr>
            <a:t>4921</a:t>
          </a:r>
        </a:p>
      </dsp:txBody>
      <dsp:txXfrm>
        <a:off x="4007218" y="152418"/>
        <a:ext cx="1288966" cy="51376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B6836A-04A4-41EE-9D2E-6A7359DE1609}">
      <dsp:nvSpPr>
        <dsp:cNvPr id="0" name=""/>
        <dsp:cNvSpPr/>
      </dsp:nvSpPr>
      <dsp:spPr>
        <a:xfrm>
          <a:off x="505" y="27174"/>
          <a:ext cx="1271106" cy="490647"/>
        </a:xfrm>
        <a:prstGeom prst="chevron">
          <a:avLst>
            <a:gd name="adj" fmla="val 40000"/>
          </a:avLst>
        </a:prstGeom>
        <a:solidFill>
          <a:schemeClr val="accent6">
            <a:shade val="50000"/>
            <a:hueOff val="0"/>
            <a:satOff val="0"/>
            <a:lumOff val="0"/>
            <a:alphaOff val="0"/>
          </a:schemeClr>
        </a:solidFill>
        <a:ln>
          <a:noFill/>
        </a:ln>
        <a:effectLst>
          <a:outerShdw blurRad="381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CD546867-0C85-4190-96F1-F896AED0B779}">
      <dsp:nvSpPr>
        <dsp:cNvPr id="0" name=""/>
        <dsp:cNvSpPr/>
      </dsp:nvSpPr>
      <dsp:spPr>
        <a:xfrm>
          <a:off x="326544" y="149835"/>
          <a:ext cx="1073378" cy="490647"/>
        </a:xfrm>
        <a:prstGeom prst="roundRect">
          <a:avLst>
            <a:gd name="adj" fmla="val 10000"/>
          </a:avLst>
        </a:prstGeom>
        <a:solidFill>
          <a:schemeClr val="lt1">
            <a:alpha val="90000"/>
            <a:hueOff val="0"/>
            <a:satOff val="0"/>
            <a:lumOff val="0"/>
            <a:alphaOff val="0"/>
          </a:schemeClr>
        </a:solidFill>
        <a:ln>
          <a:noFill/>
        </a:ln>
        <a:effectLst/>
        <a:scene3d>
          <a:camera prst="obliqueBottomLeft"/>
          <a:lightRig rig="threePt" dir="t"/>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6896" tIns="56896" rIns="56896" bIns="56896" numCol="1" spcCol="1270" anchor="ctr" anchorCtr="0">
          <a:noAutofit/>
        </a:bodyPr>
        <a:lstStyle/>
        <a:p>
          <a:pPr marL="0" lvl="0" indent="0" algn="ctr" defTabSz="355600">
            <a:lnSpc>
              <a:spcPct val="90000"/>
            </a:lnSpc>
            <a:spcBef>
              <a:spcPct val="0"/>
            </a:spcBef>
            <a:spcAft>
              <a:spcPct val="35000"/>
            </a:spcAft>
            <a:buNone/>
          </a:pPr>
          <a:r>
            <a:rPr lang="en-IN" sz="800" b="1" kern="1200">
              <a:effectLst>
                <a:glow rad="63500">
                  <a:schemeClr val="accent6">
                    <a:satMod val="175000"/>
                    <a:alpha val="40000"/>
                  </a:schemeClr>
                </a:glow>
              </a:effectLst>
              <a:latin typeface="Algerian" panose="04020705040A02060702" pitchFamily="82" charset="0"/>
            </a:rPr>
            <a:t>TEMPERATURE PROGRESS-</a:t>
          </a:r>
        </a:p>
        <a:p>
          <a:pPr marL="0" lvl="0" indent="0" algn="ctr" defTabSz="355600">
            <a:lnSpc>
              <a:spcPct val="90000"/>
            </a:lnSpc>
            <a:spcBef>
              <a:spcPct val="0"/>
            </a:spcBef>
            <a:spcAft>
              <a:spcPct val="35000"/>
            </a:spcAft>
            <a:buNone/>
          </a:pPr>
          <a:r>
            <a:rPr lang="en-IN" sz="800" b="1" kern="1200">
              <a:effectLst>
                <a:glow rad="63500">
                  <a:schemeClr val="accent6">
                    <a:satMod val="175000"/>
                    <a:alpha val="40000"/>
                  </a:schemeClr>
                </a:glow>
              </a:effectLst>
              <a:latin typeface="Algerian" panose="04020705040A02060702" pitchFamily="82" charset="0"/>
            </a:rPr>
            <a:t>99.64% </a:t>
          </a:r>
        </a:p>
      </dsp:txBody>
      <dsp:txXfrm>
        <a:off x="340915" y="164206"/>
        <a:ext cx="1044636" cy="461905"/>
      </dsp:txXfrm>
    </dsp:sp>
    <dsp:sp modelId="{C85A870A-02BB-478D-8560-A5F67F91984C}">
      <dsp:nvSpPr>
        <dsp:cNvPr id="0" name=""/>
        <dsp:cNvSpPr/>
      </dsp:nvSpPr>
      <dsp:spPr>
        <a:xfrm>
          <a:off x="1452392" y="17282"/>
          <a:ext cx="1271106" cy="490647"/>
        </a:xfrm>
        <a:prstGeom prst="chevron">
          <a:avLst>
            <a:gd name="adj" fmla="val 40000"/>
          </a:avLst>
        </a:prstGeom>
        <a:solidFill>
          <a:schemeClr val="accent6">
            <a:shade val="50000"/>
            <a:hueOff val="26433"/>
            <a:satOff val="-5856"/>
            <a:lumOff val="28335"/>
            <a:alphaOff val="0"/>
          </a:schemeClr>
        </a:solidFill>
        <a:ln>
          <a:noFill/>
        </a:ln>
        <a:effectLst>
          <a:outerShdw blurRad="381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38F4507C-336D-4D2A-84F3-23A1238EB17C}">
      <dsp:nvSpPr>
        <dsp:cNvPr id="0" name=""/>
        <dsp:cNvSpPr/>
      </dsp:nvSpPr>
      <dsp:spPr>
        <a:xfrm>
          <a:off x="1791353" y="149835"/>
          <a:ext cx="1073378" cy="490647"/>
        </a:xfrm>
        <a:prstGeom prst="roundRect">
          <a:avLst>
            <a:gd name="adj" fmla="val 10000"/>
          </a:avLst>
        </a:prstGeom>
        <a:solidFill>
          <a:schemeClr val="lt1">
            <a:alpha val="90000"/>
            <a:hueOff val="0"/>
            <a:satOff val="0"/>
            <a:lumOff val="0"/>
            <a:alphaOff val="0"/>
          </a:schemeClr>
        </a:solidFill>
        <a:ln>
          <a:noFill/>
        </a:ln>
        <a:effectLst/>
        <a:scene3d>
          <a:camera prst="obliqueBottomLeft"/>
          <a:lightRig rig="threePt" dir="t"/>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222250">
            <a:lnSpc>
              <a:spcPct val="90000"/>
            </a:lnSpc>
            <a:spcBef>
              <a:spcPct val="0"/>
            </a:spcBef>
            <a:spcAft>
              <a:spcPct val="35000"/>
            </a:spcAft>
            <a:buNone/>
          </a:pPr>
          <a:r>
            <a:rPr lang="en-IN" sz="500" kern="1200">
              <a:effectLst>
                <a:glow rad="63500">
                  <a:schemeClr val="accent6">
                    <a:satMod val="175000"/>
                    <a:alpha val="40000"/>
                  </a:schemeClr>
                </a:glow>
              </a:effectLst>
            </a:rPr>
            <a:t> </a:t>
          </a:r>
          <a:r>
            <a:rPr lang="en-IN" sz="900" b="1" kern="1200">
              <a:effectLst>
                <a:glow rad="63500">
                  <a:schemeClr val="accent6">
                    <a:satMod val="175000"/>
                    <a:alpha val="40000"/>
                  </a:schemeClr>
                </a:glow>
              </a:effectLst>
              <a:latin typeface="Algerian" panose="04020705040A02060702" pitchFamily="82" charset="0"/>
            </a:rPr>
            <a:t>HOURLY  DEMAND-</a:t>
          </a:r>
        </a:p>
        <a:p>
          <a:pPr marL="0" lvl="0" indent="0" algn="ctr" defTabSz="222250">
            <a:lnSpc>
              <a:spcPct val="90000"/>
            </a:lnSpc>
            <a:spcBef>
              <a:spcPct val="0"/>
            </a:spcBef>
            <a:spcAft>
              <a:spcPct val="35000"/>
            </a:spcAft>
            <a:buNone/>
          </a:pPr>
          <a:r>
            <a:rPr lang="en-IN" sz="900" b="1" kern="1200">
              <a:effectLst>
                <a:glow rad="63500">
                  <a:schemeClr val="accent6">
                    <a:satMod val="175000"/>
                    <a:alpha val="40000"/>
                  </a:schemeClr>
                </a:glow>
              </a:effectLst>
              <a:latin typeface="Algerian" panose="04020705040A02060702" pitchFamily="82" charset="0"/>
            </a:rPr>
            <a:t>58.30</a:t>
          </a:r>
        </a:p>
        <a:p>
          <a:pPr marL="0" lvl="0" indent="0" algn="ctr" defTabSz="222250">
            <a:lnSpc>
              <a:spcPct val="90000"/>
            </a:lnSpc>
            <a:spcBef>
              <a:spcPct val="0"/>
            </a:spcBef>
            <a:spcAft>
              <a:spcPct val="35000"/>
            </a:spcAft>
            <a:buNone/>
          </a:pPr>
          <a:endParaRPr lang="en-IN" sz="500" kern="1200">
            <a:effectLst>
              <a:glow rad="63500">
                <a:schemeClr val="accent6">
                  <a:satMod val="175000"/>
                  <a:alpha val="40000"/>
                </a:schemeClr>
              </a:glow>
            </a:effectLst>
          </a:endParaRPr>
        </a:p>
      </dsp:txBody>
      <dsp:txXfrm>
        <a:off x="1805724" y="164206"/>
        <a:ext cx="1044636" cy="461905"/>
      </dsp:txXfrm>
    </dsp:sp>
    <dsp:sp modelId="{F06A2177-5824-4F5F-8135-90D8B204D510}">
      <dsp:nvSpPr>
        <dsp:cNvPr id="0" name=""/>
        <dsp:cNvSpPr/>
      </dsp:nvSpPr>
      <dsp:spPr>
        <a:xfrm>
          <a:off x="2904278" y="27174"/>
          <a:ext cx="1271106" cy="490647"/>
        </a:xfrm>
        <a:prstGeom prst="chevron">
          <a:avLst>
            <a:gd name="adj" fmla="val 40000"/>
          </a:avLst>
        </a:prstGeom>
        <a:solidFill>
          <a:schemeClr val="accent6">
            <a:shade val="50000"/>
            <a:hueOff val="26433"/>
            <a:satOff val="-5856"/>
            <a:lumOff val="28335"/>
            <a:alphaOff val="0"/>
          </a:schemeClr>
        </a:solidFill>
        <a:ln>
          <a:noFill/>
        </a:ln>
        <a:effectLst>
          <a:outerShdw blurRad="381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EEAAEFAA-8B0D-4944-9C8B-58D7C98BFC8E}">
      <dsp:nvSpPr>
        <dsp:cNvPr id="0" name=""/>
        <dsp:cNvSpPr/>
      </dsp:nvSpPr>
      <dsp:spPr>
        <a:xfrm>
          <a:off x="3243240" y="149835"/>
          <a:ext cx="1073378" cy="490647"/>
        </a:xfrm>
        <a:prstGeom prst="roundRect">
          <a:avLst>
            <a:gd name="adj" fmla="val 10000"/>
          </a:avLst>
        </a:prstGeom>
        <a:solidFill>
          <a:schemeClr val="lt1">
            <a:alpha val="90000"/>
            <a:hueOff val="0"/>
            <a:satOff val="0"/>
            <a:lumOff val="0"/>
            <a:alphaOff val="0"/>
          </a:schemeClr>
        </a:solidFill>
        <a:ln>
          <a:noFill/>
        </a:ln>
        <a:effectLst/>
        <a:scene3d>
          <a:camera prst="obliqueBottomLeft"/>
          <a:lightRig rig="threePt" dir="t"/>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4008" tIns="64008" rIns="64008" bIns="64008" numCol="1" spcCol="1270" anchor="ctr" anchorCtr="0">
          <a:noAutofit/>
        </a:bodyPr>
        <a:lstStyle/>
        <a:p>
          <a:pPr marL="0" lvl="0" indent="0" algn="ctr" defTabSz="400050">
            <a:lnSpc>
              <a:spcPct val="90000"/>
            </a:lnSpc>
            <a:spcBef>
              <a:spcPct val="0"/>
            </a:spcBef>
            <a:spcAft>
              <a:spcPct val="35000"/>
            </a:spcAft>
            <a:buNone/>
          </a:pPr>
          <a:r>
            <a:rPr lang="en-IN" sz="900" b="1" kern="1200">
              <a:effectLst>
                <a:glow rad="63500">
                  <a:schemeClr val="accent6">
                    <a:satMod val="175000"/>
                    <a:alpha val="40000"/>
                  </a:schemeClr>
                </a:glow>
              </a:effectLst>
              <a:latin typeface="Algerian" panose="04020705040A02060702" pitchFamily="82" charset="0"/>
            </a:rPr>
            <a:t>AVERAGE HUMIDITY -</a:t>
          </a:r>
        </a:p>
        <a:p>
          <a:pPr marL="0" lvl="0" indent="0" algn="ctr" defTabSz="400050">
            <a:lnSpc>
              <a:spcPct val="90000"/>
            </a:lnSpc>
            <a:spcBef>
              <a:spcPct val="0"/>
            </a:spcBef>
            <a:spcAft>
              <a:spcPct val="35000"/>
            </a:spcAft>
            <a:buNone/>
          </a:pPr>
          <a:r>
            <a:rPr lang="en-IN" sz="900" b="1" kern="1200">
              <a:effectLst>
                <a:glow rad="63500">
                  <a:schemeClr val="accent6">
                    <a:satMod val="175000"/>
                    <a:alpha val="40000"/>
                  </a:schemeClr>
                </a:glow>
              </a:effectLst>
              <a:latin typeface="Algerian" panose="04020705040A02060702" pitchFamily="82" charset="0"/>
            </a:rPr>
            <a:t>3.6313</a:t>
          </a:r>
        </a:p>
      </dsp:txBody>
      <dsp:txXfrm>
        <a:off x="3257611" y="164206"/>
        <a:ext cx="1044636" cy="461905"/>
      </dsp:txXfrm>
    </dsp:sp>
  </dsp:spTree>
</dsp:drawing>
</file>

<file path=ppt/diagrams/layout1.xml><?xml version="1.0" encoding="utf-8"?>
<dgm:layoutDef xmlns:dgm="http://schemas.openxmlformats.org/drawingml/2006/diagram" xmlns:a="http://schemas.openxmlformats.org/drawingml/2006/main" uniqueId="urn:microsoft.com/office/officeart/2005/8/layout/chevronAccent+Icon">
  <dgm:title val="Chevron Accent Process"/>
  <dgm:desc val="Use to show sequential steps in a task, process, or workflow, or to emphasize movement or direction. Works best with minimal Level 1 and Level 2 text."/>
  <dgm:catLst>
    <dgm:cat type="process" pri="9500"/>
    <dgm:cat type="officeonline" pri="2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primFontSz" for="des" forName="txNode" op="equ" val="65"/>
      <dgm:constr type="w" for="ch" forName="compositeSpace" refType="w" refFor="ch" refForName="composite" fact="0.02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bgChev"/>
              <dgm:constr type="w" for="ch" forName="bgChev" refType="w" fact="0.9"/>
              <dgm:constr type="t" for="ch" forName="bgChev"/>
              <dgm:constr type="h" for="ch" forName="bgChev" refType="w" refFor="ch" refForName="bgChev" fact="0.386"/>
              <dgm:constr type="l" for="ch" forName="txNode" refType="w" fact="0.24"/>
              <dgm:constr type="w" for="ch" forName="txNode" refType="w" fact="0.76"/>
              <dgm:constr type="t" for="ch" forName="txNode" refType="h" refFor="ch" refForName="bgChev" fact="0.25"/>
              <dgm:constr type="h" for="ch" forName="txNode" refType="h" refFor="ch" refForName="bgChev"/>
            </dgm:constrLst>
          </dgm:if>
          <dgm:else name="Name7">
            <dgm:constrLst>
              <dgm:constr type="l" for="ch" forName="bgChev" refType="w" fact="0.1"/>
              <dgm:constr type="w" for="ch" forName="bgChev" refType="w" fact="0.9"/>
              <dgm:constr type="t" for="ch" forName="bgChev"/>
              <dgm:constr type="h" for="ch" forName="bgChev" refType="w" refFor="ch" refForName="bgChev" fact="0.386"/>
              <dgm:constr type="l" for="ch" forName="txNode"/>
              <dgm:constr type="w" for="ch" forName="txNode" refType="w" fact="0.76"/>
              <dgm:constr type="t" for="ch" forName="txNode" refType="h" refFor="ch" refForName="bgChev" fact="0.25"/>
              <dgm:constr type="h" for="ch" forName="txNode" refType="h" refFor="ch" refForName="bgChev"/>
            </dgm:constrLst>
          </dgm:else>
        </dgm:choose>
        <dgm:ruleLst/>
        <dgm:layoutNode name="bgChev" styleLbl="node1">
          <dgm:alg type="sp"/>
          <dgm:choose name="Name8">
            <dgm:if name="Name9" func="var" arg="dir" op="equ" val="norm">
              <dgm:shape xmlns:r="http://schemas.openxmlformats.org/officeDocument/2006/relationships" type="chevron" r:blip="">
                <dgm:adjLst>
                  <dgm:adj idx="1" val="0.4"/>
                </dgm:adjLst>
              </dgm:shape>
            </dgm:if>
            <dgm:else name="Name10">
              <dgm:shape xmlns:r="http://schemas.openxmlformats.org/officeDocument/2006/relationships" rot="180" type="chevron" r:blip="">
                <dgm:adjLst>
                  <dgm:adj idx="1" val="0.4"/>
                </dgm:adjLst>
              </dgm:shape>
            </dgm:else>
          </dgm:choose>
          <dgm:presOf/>
          <dgm:constrLst/>
        </dgm:layoutNode>
        <dgm:layoutNode name="txNode" styleLbl="fgAcc1">
          <dgm:varLst>
            <dgm:bulletEnabled val="1"/>
          </dgm:varLst>
          <dgm:alg type="tx"/>
          <dgm:shape xmlns:r="http://schemas.openxmlformats.org/officeDocument/2006/relationships" type="roundRect" r:blip="">
            <dgm:adjLst>
              <dgm:adj idx="1" val="0.1"/>
            </dgm:adjLst>
          </dgm:shape>
          <dgm:presOf axis="desOrSelf" ptType="node"/>
          <dgm:ruleLst>
            <dgm:rule type="primFontSz" val="5" fact="NaN" max="NaN"/>
          </dgm:ruleLst>
        </dgm:layoutNode>
      </dgm:layoutNode>
      <dgm:forEach name="Name11" axis="followSib" ptType="sibTrans" cnt="1">
        <dgm:layoutNode name="compositeSpace">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Accent+Icon">
  <dgm:title val="Chevron Accent Process"/>
  <dgm:desc val="Use to show sequential steps in a task, process, or workflow, or to emphasize movement or direction. Works best with minimal Level 1 and Level 2 text."/>
  <dgm:catLst>
    <dgm:cat type="process" pri="9500"/>
    <dgm:cat type="officeonline" pri="2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primFontSz" for="des" forName="txNode" op="equ" val="65"/>
      <dgm:constr type="w" for="ch" forName="compositeSpace" refType="w" refFor="ch" refForName="composite" fact="0.02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bgChev"/>
              <dgm:constr type="w" for="ch" forName="bgChev" refType="w" fact="0.9"/>
              <dgm:constr type="t" for="ch" forName="bgChev"/>
              <dgm:constr type="h" for="ch" forName="bgChev" refType="w" refFor="ch" refForName="bgChev" fact="0.386"/>
              <dgm:constr type="l" for="ch" forName="txNode" refType="w" fact="0.24"/>
              <dgm:constr type="w" for="ch" forName="txNode" refType="w" fact="0.76"/>
              <dgm:constr type="t" for="ch" forName="txNode" refType="h" refFor="ch" refForName="bgChev" fact="0.25"/>
              <dgm:constr type="h" for="ch" forName="txNode" refType="h" refFor="ch" refForName="bgChev"/>
            </dgm:constrLst>
          </dgm:if>
          <dgm:else name="Name7">
            <dgm:constrLst>
              <dgm:constr type="l" for="ch" forName="bgChev" refType="w" fact="0.1"/>
              <dgm:constr type="w" for="ch" forName="bgChev" refType="w" fact="0.9"/>
              <dgm:constr type="t" for="ch" forName="bgChev"/>
              <dgm:constr type="h" for="ch" forName="bgChev" refType="w" refFor="ch" refForName="bgChev" fact="0.386"/>
              <dgm:constr type="l" for="ch" forName="txNode"/>
              <dgm:constr type="w" for="ch" forName="txNode" refType="w" fact="0.76"/>
              <dgm:constr type="t" for="ch" forName="txNode" refType="h" refFor="ch" refForName="bgChev" fact="0.25"/>
              <dgm:constr type="h" for="ch" forName="txNode" refType="h" refFor="ch" refForName="bgChev"/>
            </dgm:constrLst>
          </dgm:else>
        </dgm:choose>
        <dgm:ruleLst/>
        <dgm:layoutNode name="bgChev" styleLbl="node1">
          <dgm:alg type="sp"/>
          <dgm:choose name="Name8">
            <dgm:if name="Name9" func="var" arg="dir" op="equ" val="norm">
              <dgm:shape xmlns:r="http://schemas.openxmlformats.org/officeDocument/2006/relationships" type="chevron" r:blip="">
                <dgm:adjLst>
                  <dgm:adj idx="1" val="0.4"/>
                </dgm:adjLst>
              </dgm:shape>
            </dgm:if>
            <dgm:else name="Name10">
              <dgm:shape xmlns:r="http://schemas.openxmlformats.org/officeDocument/2006/relationships" rot="180" type="chevron" r:blip="">
                <dgm:adjLst>
                  <dgm:adj idx="1" val="0.4"/>
                </dgm:adjLst>
              </dgm:shape>
            </dgm:else>
          </dgm:choose>
          <dgm:presOf/>
          <dgm:constrLst/>
        </dgm:layoutNode>
        <dgm:layoutNode name="txNode" styleLbl="fgAcc1">
          <dgm:varLst>
            <dgm:bulletEnabled val="1"/>
          </dgm:varLst>
          <dgm:alg type="tx"/>
          <dgm:shape xmlns:r="http://schemas.openxmlformats.org/officeDocument/2006/relationships" type="roundRect" r:blip="">
            <dgm:adjLst>
              <dgm:adj idx="1" val="0.1"/>
            </dgm:adjLst>
          </dgm:shape>
          <dgm:presOf axis="desOrSelf" ptType="node"/>
          <dgm:ruleLst>
            <dgm:rule type="primFontSz" val="5" fact="NaN" max="NaN"/>
          </dgm:ruleLst>
        </dgm:layoutNode>
      </dgm:layoutNode>
      <dgm:forEach name="Name11" axis="followSib" ptType="sibTrans" cnt="1">
        <dgm:layoutNode name="compositeSpace">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2D6E202-B606-4609-B914-27C9371A1F6D}" type="datetime1">
              <a:rPr lang="en-US" smtClean="0"/>
              <a:t>10/28/2026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6787808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62D6E202-B606-4609-B914-27C9371A1F6D}" type="datetime1">
              <a:rPr lang="en-US" smtClean="0"/>
              <a:t>10/28/2026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4938475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10/28/2026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7511457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D6E202-B606-4609-B914-27C9371A1F6D}" type="datetime1">
              <a:rPr lang="en-US" smtClean="0"/>
              <a:t>10/28/2026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232259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D6E202-B606-4609-B914-27C9371A1F6D}" type="datetime1">
              <a:rPr lang="en-US" smtClean="0"/>
              <a:t>10/28/2026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8836375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62D6E202-B606-4609-B914-27C9371A1F6D}" type="datetime1">
              <a:rPr lang="en-US" smtClean="0"/>
              <a:t>10/28/2026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0676858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62D6E202-B606-4609-B914-27C9371A1F6D}" type="datetime1">
              <a:rPr lang="en-US" smtClean="0"/>
              <a:t>10/28/2026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3325817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62D6E202-B606-4609-B914-27C9371A1F6D}" type="datetime1">
              <a:rPr lang="en-US" smtClean="0"/>
              <a:t>10/28/2026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5313159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D6E202-B606-4609-B914-27C9371A1F6D}" type="datetime1">
              <a:rPr lang="en-US" smtClean="0"/>
              <a:t>10/28/2026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3520961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D6E202-B606-4609-B914-27C9371A1F6D}" type="datetime1">
              <a:rPr lang="en-US" smtClean="0"/>
              <a:t>10/28/2026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9267054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10/28/2026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7167439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10/28/2026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67294707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10/28/2026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2474296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2D6E202-B606-4609-B914-27C9371A1F6D}" type="datetime1">
              <a:rPr lang="en-US" smtClean="0"/>
              <a:t>10/28/2026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96230595"/>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2D6E202-B606-4609-B914-27C9371A1F6D}" type="datetime1">
              <a:rPr lang="en-US" smtClean="0"/>
              <a:t>10/28/2026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4570243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D6E202-B606-4609-B914-27C9371A1F6D}" type="datetime1">
              <a:rPr lang="en-US" smtClean="0"/>
              <a:t>10/28/2026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98323841"/>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D6E202-B606-4609-B914-27C9371A1F6D}" type="datetime1">
              <a:rPr lang="en-US" smtClean="0"/>
              <a:t>10/28/2026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18706012"/>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62D6E202-B606-4609-B914-27C9371A1F6D}" type="datetime1">
              <a:rPr lang="en-US" smtClean="0"/>
              <a:t>10/28/2026</a:t>
            </a:fld>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538280003"/>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2D6E202-B606-4609-B914-27C9371A1F6D}" type="datetime1">
              <a:rPr lang="en-US" smtClean="0"/>
              <a:t>10/28/2026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2249126387"/>
      </p:ext>
    </p:extLst>
  </p:cSld>
  <p:clrMap bg1="dk1" tx1="lt1" bg2="dk2" tx2="lt2" accent1="accent1" accent2="accent2" accent3="accent3" accent4="accent4" accent5="accent5" accent6="accent6" hlink="hlink" folHlink="folHlink"/>
  <p:sldLayoutIdLst>
    <p:sldLayoutId id="2147484011" r:id="rId1"/>
    <p:sldLayoutId id="2147484012" r:id="rId2"/>
    <p:sldLayoutId id="2147484013" r:id="rId3"/>
    <p:sldLayoutId id="2147484014" r:id="rId4"/>
    <p:sldLayoutId id="2147484015" r:id="rId5"/>
    <p:sldLayoutId id="2147484016" r:id="rId6"/>
    <p:sldLayoutId id="2147484017" r:id="rId7"/>
    <p:sldLayoutId id="2147484018" r:id="rId8"/>
    <p:sldLayoutId id="2147484019" r:id="rId9"/>
    <p:sldLayoutId id="2147484020" r:id="rId10"/>
    <p:sldLayoutId id="2147484021" r:id="rId11"/>
    <p:sldLayoutId id="2147484022" r:id="rId12"/>
    <p:sldLayoutId id="2147484023" r:id="rId13"/>
    <p:sldLayoutId id="2147484024" r:id="rId14"/>
    <p:sldLayoutId id="2147484025" r:id="rId15"/>
    <p:sldLayoutId id="2147484026" r:id="rId16"/>
    <p:sldLayoutId id="2147484027" r:id="rId17"/>
    <p:sldLayoutId id="2147484028" r:id="rId18"/>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xml"/><Relationship Id="rId5" Type="http://schemas.openxmlformats.org/officeDocument/2006/relationships/hyperlink" Target="https://www.webbikeworld.com/royal-enfield-new-platforms-and-model-variants-for-2023/" TargetMode="Externa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8.png"/><Relationship Id="rId7" Type="http://schemas.microsoft.com/office/2014/relationships/chartEx" Target="../charts/chartEx3.xml"/><Relationship Id="rId2" Type="http://schemas.microsoft.com/office/2014/relationships/chartEx" Target="../charts/chartEx1.xml"/><Relationship Id="rId1" Type="http://schemas.openxmlformats.org/officeDocument/2006/relationships/slideLayout" Target="../slideLayouts/slideLayout14.xml"/><Relationship Id="rId6" Type="http://schemas.openxmlformats.org/officeDocument/2006/relationships/image" Target="../media/image9.png"/><Relationship Id="rId5" Type="http://schemas.microsoft.com/office/2014/relationships/chartEx" Target="../charts/chartEx2.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microsoft.com/office/2014/relationships/chartEx" Target="../charts/chartEx4.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8" Type="http://schemas.openxmlformats.org/officeDocument/2006/relationships/image" Target="../media/image15.jpeg"/><Relationship Id="rId13" Type="http://schemas.openxmlformats.org/officeDocument/2006/relationships/diagramData" Target="../diagrams/data1.xml"/><Relationship Id="rId18" Type="http://schemas.openxmlformats.org/officeDocument/2006/relationships/diagramData" Target="../diagrams/data2.xml"/><Relationship Id="rId26" Type="http://schemas.openxmlformats.org/officeDocument/2006/relationships/image" Target="../media/image19.svg"/><Relationship Id="rId3" Type="http://schemas.openxmlformats.org/officeDocument/2006/relationships/hyperlink" Target="https://www.youtube.com/watch?v=ix0FI1pGCcM" TargetMode="External"/><Relationship Id="rId21" Type="http://schemas.openxmlformats.org/officeDocument/2006/relationships/diagramColors" Target="../diagrams/colors2.xml"/><Relationship Id="rId7" Type="http://schemas.openxmlformats.org/officeDocument/2006/relationships/hyperlink" Target="https://electricvehicles.in/top-10-stylish-electric-bikes-hd-gallery/" TargetMode="External"/><Relationship Id="rId12" Type="http://schemas.openxmlformats.org/officeDocument/2006/relationships/image" Target="../media/image17.png"/><Relationship Id="rId17" Type="http://schemas.microsoft.com/office/2007/relationships/diagramDrawing" Target="../diagrams/drawing1.xml"/><Relationship Id="rId25" Type="http://schemas.openxmlformats.org/officeDocument/2006/relationships/chart" Target="../charts/chart5.xml"/><Relationship Id="rId2" Type="http://schemas.openxmlformats.org/officeDocument/2006/relationships/image" Target="../media/image12.jpeg"/><Relationship Id="rId16" Type="http://schemas.openxmlformats.org/officeDocument/2006/relationships/diagramColors" Target="../diagrams/colors1.xml"/><Relationship Id="rId20" Type="http://schemas.openxmlformats.org/officeDocument/2006/relationships/diagramQuickStyle" Target="../diagrams/quickStyle2.xml"/><Relationship Id="rId1" Type="http://schemas.openxmlformats.org/officeDocument/2006/relationships/slideLayout" Target="../slideLayouts/slideLayout6.xml"/><Relationship Id="rId6" Type="http://schemas.openxmlformats.org/officeDocument/2006/relationships/image" Target="../media/image14.jpeg"/><Relationship Id="rId11" Type="http://schemas.openxmlformats.org/officeDocument/2006/relationships/hyperlink" Target="https://www.topgear.com/car-news/bikes/ev-fun-concept-previews-hondas-first-all-electric-sports-bike" TargetMode="External"/><Relationship Id="rId24" Type="http://schemas.openxmlformats.org/officeDocument/2006/relationships/image" Target="../media/image18.svg"/><Relationship Id="rId5" Type="http://schemas.openxmlformats.org/officeDocument/2006/relationships/hyperlink" Target="https://www.wallpaperflare.com/ktm-rc8-hd-bikes-motorcycles-bikes-and-motorcycles-wallpaper-mtnko/download/1920x1080" TargetMode="External"/><Relationship Id="rId15" Type="http://schemas.openxmlformats.org/officeDocument/2006/relationships/diagramQuickStyle" Target="../diagrams/quickStyle1.xml"/><Relationship Id="rId23" Type="http://schemas.openxmlformats.org/officeDocument/2006/relationships/chart" Target="../charts/chart4.xml"/><Relationship Id="rId28" Type="http://schemas.openxmlformats.org/officeDocument/2006/relationships/image" Target="../media/image20.svg"/><Relationship Id="rId10" Type="http://schemas.openxmlformats.org/officeDocument/2006/relationships/image" Target="../media/image16.jpeg"/><Relationship Id="rId19" Type="http://schemas.openxmlformats.org/officeDocument/2006/relationships/diagramLayout" Target="../diagrams/layout2.xml"/><Relationship Id="rId4" Type="http://schemas.openxmlformats.org/officeDocument/2006/relationships/image" Target="../media/image13.jpeg"/><Relationship Id="rId9" Type="http://schemas.openxmlformats.org/officeDocument/2006/relationships/hyperlink" Target="https://www.youtube.com/watch?v=S_zqYF6mBiM" TargetMode="External"/><Relationship Id="rId14" Type="http://schemas.openxmlformats.org/officeDocument/2006/relationships/diagramLayout" Target="../diagrams/layout1.xml"/><Relationship Id="rId22" Type="http://schemas.microsoft.com/office/2007/relationships/diagramDrawing" Target="../diagrams/drawing2.xml"/><Relationship Id="rId27" Type="http://schemas.openxmlformats.org/officeDocument/2006/relationships/chart" Target="../charts/chart6.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6230466" y="68093"/>
            <a:ext cx="5814059" cy="3586523"/>
          </a:xfrm>
        </p:spPr>
        <p:txBody>
          <a:bodyPr>
            <a:noAutofit/>
          </a:bodyPr>
          <a:lstStyle/>
          <a:p>
            <a:r>
              <a:rPr lang="en-US" sz="5400" b="1" dirty="0">
                <a:latin typeface="Agency FB" panose="020B0503020202020204" pitchFamily="34" charset="0"/>
              </a:rPr>
              <a:t>BIKE SHARING DEMAND ANALYSIS</a:t>
            </a:r>
            <a:br>
              <a:rPr lang="en-US" sz="5400" b="1" dirty="0">
                <a:latin typeface="Agency FB" panose="020B0503020202020204" pitchFamily="34" charset="0"/>
              </a:rPr>
            </a:br>
            <a:r>
              <a:rPr lang="en-US" sz="4000" b="1" dirty="0">
                <a:latin typeface="Agency FB" panose="020B0503020202020204" pitchFamily="34" charset="0"/>
              </a:rPr>
              <a:t>-</a:t>
            </a:r>
            <a:r>
              <a:rPr lang="en-US" sz="5400" b="1" dirty="0">
                <a:latin typeface="Agency FB" panose="020B0503020202020204" pitchFamily="34" charset="0"/>
              </a:rPr>
              <a:t> </a:t>
            </a:r>
            <a:r>
              <a:rPr lang="en-US" sz="4000" b="1" dirty="0">
                <a:latin typeface="Agency FB" panose="020B0503020202020204" pitchFamily="34" charset="0"/>
              </a:rPr>
              <a:t>BY </a:t>
            </a:r>
            <a:br>
              <a:rPr lang="en-US" sz="4000" b="1" dirty="0">
                <a:latin typeface="Agency FB" panose="020B0503020202020204" pitchFamily="34" charset="0"/>
              </a:rPr>
            </a:br>
            <a:r>
              <a:rPr lang="en-US" sz="4000" b="1" dirty="0">
                <a:latin typeface="Agency FB" panose="020B0503020202020204" pitchFamily="34" charset="0"/>
              </a:rPr>
              <a:t>  D.JANANI SRI</a:t>
            </a: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6096001" y="3560323"/>
            <a:ext cx="4963568" cy="539238"/>
          </a:xfrm>
        </p:spPr>
        <p:txBody>
          <a:bodyPr>
            <a:normAutofit/>
          </a:bodyPr>
          <a:lstStyle/>
          <a:p>
            <a:r>
              <a:rPr lang="en-US" sz="2000" b="1" dirty="0">
                <a:solidFill>
                  <a:schemeClr val="bg1"/>
                </a:solidFill>
                <a:latin typeface="Bahnschrift Light" panose="020B0502040204020203" pitchFamily="34" charset="0"/>
              </a:rPr>
              <a:t>PROJECT- NEXTHIKES IT SOLUTIONS</a:t>
            </a:r>
          </a:p>
          <a:p>
            <a:endParaRPr lang="en-US" sz="2000" dirty="0">
              <a:solidFill>
                <a:schemeClr val="bg1"/>
              </a:solidFill>
              <a:latin typeface="Bahnschrift Light" panose="020B0502040204020203" pitchFamily="34" charset="0"/>
            </a:endParaRPr>
          </a:p>
        </p:txBody>
      </p:sp>
      <p:pic>
        <p:nvPicPr>
          <p:cNvPr id="6" name="Picture 5">
            <a:extLst>
              <a:ext uri="{FF2B5EF4-FFF2-40B4-BE49-F238E27FC236}">
                <a16:creationId xmlns:a16="http://schemas.microsoft.com/office/drawing/2014/main" id="{8940CBE3-3F91-419A-A649-32AB388ECA8B}"/>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0" y="10"/>
            <a:ext cx="5068111" cy="6857990"/>
          </a:xfrm>
          <a:prstGeom prst="rect">
            <a:avLst/>
          </a:prstGeom>
        </p:spPr>
      </p:pic>
      <p:pic>
        <p:nvPicPr>
          <p:cNvPr id="5" name="Picture 4">
            <a:extLst>
              <a:ext uri="{FF2B5EF4-FFF2-40B4-BE49-F238E27FC236}">
                <a16:creationId xmlns:a16="http://schemas.microsoft.com/office/drawing/2014/main" id="{A701C007-D63C-6E40-A349-A8DA2F2FD292}"/>
              </a:ext>
            </a:extLst>
          </p:cNvPr>
          <p:cNvPicPr>
            <a:picLocks noChangeAspect="1"/>
          </p:cNvPicPr>
          <p:nvPr/>
        </p:nvPicPr>
        <p:blipFill>
          <a:blip r:embed="rId3">
            <a:alphaModFix/>
            <a:extLst>
              <a:ext uri="{BEBA8EAE-BF5A-486C-A8C5-ECC9F3942E4B}">
                <a14:imgProps xmlns:a14="http://schemas.microsoft.com/office/drawing/2010/main">
                  <a14:imgLayer r:embed="rId4">
                    <a14:imgEffect>
                      <a14:sharpenSoften amount="-50000"/>
                    </a14:imgEffect>
                    <a14:imgEffect>
                      <a14:brightnessContrast bright="-20000"/>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6096000" y="4099560"/>
            <a:ext cx="5814060" cy="2526453"/>
          </a:xfrm>
          <a:prstGeom prst="rect">
            <a:avLst/>
          </a:prstGeom>
          <a:ln>
            <a:solidFill>
              <a:srgbClr val="0B306B"/>
            </a:solidFill>
          </a:ln>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895915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6962B44-228A-D793-DE72-B33DDA20590F}"/>
              </a:ext>
            </a:extLst>
          </p:cNvPr>
          <p:cNvSpPr txBox="1"/>
          <p:nvPr/>
        </p:nvSpPr>
        <p:spPr>
          <a:xfrm>
            <a:off x="826851" y="554477"/>
            <a:ext cx="184731" cy="369332"/>
          </a:xfrm>
          <a:prstGeom prst="rect">
            <a:avLst/>
          </a:prstGeom>
          <a:noFill/>
        </p:spPr>
        <p:txBody>
          <a:bodyPr wrap="none" rtlCol="0">
            <a:spAutoFit/>
          </a:bodyPr>
          <a:lstStyle/>
          <a:p>
            <a:endParaRPr lang="en-IN" dirty="0"/>
          </a:p>
        </p:txBody>
      </p:sp>
      <p:sp>
        <p:nvSpPr>
          <p:cNvPr id="6" name="TextBox 5">
            <a:extLst>
              <a:ext uri="{FF2B5EF4-FFF2-40B4-BE49-F238E27FC236}">
                <a16:creationId xmlns:a16="http://schemas.microsoft.com/office/drawing/2014/main" id="{C189C38E-8780-1F28-B91F-1B4AAC8C1263}"/>
              </a:ext>
            </a:extLst>
          </p:cNvPr>
          <p:cNvSpPr txBox="1"/>
          <p:nvPr/>
        </p:nvSpPr>
        <p:spPr>
          <a:xfrm>
            <a:off x="22698" y="739143"/>
            <a:ext cx="12169302" cy="5447645"/>
          </a:xfrm>
          <a:prstGeom prst="rect">
            <a:avLst/>
          </a:prstGeom>
          <a:pattFill prst="pct5">
            <a:fgClr>
              <a:schemeClr val="accent1"/>
            </a:fgClr>
            <a:bgClr>
              <a:schemeClr val="bg1"/>
            </a:bgClr>
          </a:pattFill>
        </p:spPr>
        <p:txBody>
          <a:bodyPr wrap="square" rtlCol="0">
            <a:spAutoFit/>
          </a:bodyPr>
          <a:lstStyle/>
          <a:p>
            <a:pPr marL="571500" indent="-571500">
              <a:buFont typeface="Wingdings" panose="05000000000000000000" pitchFamily="2" charset="2"/>
              <a:buChar char="Ø"/>
            </a:pPr>
            <a:r>
              <a:rPr lang="en-IN" sz="3600" b="1" dirty="0">
                <a:latin typeface="Algerian" panose="04020705040A02060702" pitchFamily="82" charset="0"/>
              </a:rPr>
              <a:t>PROJECT OBJECTIVES </a:t>
            </a:r>
            <a:r>
              <a:rPr lang="en-IN" sz="3600" b="1" dirty="0">
                <a:latin typeface="Algerian" panose="04020705040A02060702" pitchFamily="82" charset="0"/>
                <a:sym typeface="Wingdings" panose="05000000000000000000" pitchFamily="2" charset="2"/>
              </a:rPr>
              <a:t></a:t>
            </a:r>
            <a:endParaRPr lang="en-IN" sz="3600" b="1" dirty="0">
              <a:latin typeface="Algerian" panose="04020705040A02060702" pitchFamily="82" charset="0"/>
            </a:endParaRPr>
          </a:p>
          <a:p>
            <a:pPr marL="285750" indent="-285750">
              <a:buClr>
                <a:schemeClr val="tx1">
                  <a:lumMod val="85000"/>
                  <a:lumOff val="15000"/>
                </a:schemeClr>
              </a:buClr>
              <a:buFont typeface="Wingdings" panose="05000000000000000000" pitchFamily="2" charset="2"/>
              <a:buChar char="v"/>
            </a:pPr>
            <a:r>
              <a:rPr lang="en-IN" sz="2400" b="1" dirty="0"/>
              <a:t>Analyse Bike Sharing Demand</a:t>
            </a:r>
            <a:r>
              <a:rPr lang="en-IN" sz="2400" dirty="0"/>
              <a:t> According </a:t>
            </a:r>
            <a:r>
              <a:rPr lang="en-IN" sz="2400" b="1" dirty="0"/>
              <a:t>Seasonal Basis.</a:t>
            </a:r>
          </a:p>
          <a:p>
            <a:pPr marL="285750" indent="-285750">
              <a:buClr>
                <a:schemeClr val="tx1">
                  <a:lumMod val="85000"/>
                  <a:lumOff val="15000"/>
                </a:schemeClr>
              </a:buClr>
              <a:buFont typeface="Wingdings" panose="05000000000000000000" pitchFamily="2" charset="2"/>
              <a:buChar char="v"/>
            </a:pPr>
            <a:r>
              <a:rPr lang="en-IN" sz="2400" dirty="0"/>
              <a:t>Bike Rentals Are Analysed By </a:t>
            </a:r>
            <a:r>
              <a:rPr lang="en-IN" sz="2400" b="1" dirty="0"/>
              <a:t>Time, Hours , Weekdays ,Weekends and Holidays.</a:t>
            </a:r>
          </a:p>
          <a:p>
            <a:pPr marL="285750" indent="-285750">
              <a:buClr>
                <a:schemeClr val="tx1">
                  <a:lumMod val="85000"/>
                  <a:lumOff val="15000"/>
                </a:schemeClr>
              </a:buClr>
              <a:buFont typeface="Wingdings" panose="05000000000000000000" pitchFamily="2" charset="2"/>
              <a:buChar char="v"/>
            </a:pPr>
            <a:r>
              <a:rPr lang="en-IN" sz="2400" dirty="0"/>
              <a:t>Analysing the Weather Impact by </a:t>
            </a:r>
            <a:r>
              <a:rPr lang="en-IN" sz="2400" b="1" dirty="0"/>
              <a:t>Windspeed , Temperature , Humidity .</a:t>
            </a:r>
          </a:p>
          <a:p>
            <a:pPr marL="285750" indent="-285750">
              <a:buClr>
                <a:schemeClr val="tx1">
                  <a:lumMod val="85000"/>
                  <a:lumOff val="15000"/>
                </a:schemeClr>
              </a:buClr>
              <a:buFont typeface="Wingdings" panose="05000000000000000000" pitchFamily="2" charset="2"/>
              <a:buChar char="v"/>
            </a:pPr>
            <a:r>
              <a:rPr lang="en-IN" sz="2400" b="1" dirty="0"/>
              <a:t>Cleaning-&gt;Merging-&gt;Appending-&gt;Final Pre-processed Dataset.</a:t>
            </a:r>
          </a:p>
          <a:p>
            <a:pPr marL="285750" indent="-285750">
              <a:buClr>
                <a:schemeClr val="tx1">
                  <a:lumMod val="85000"/>
                  <a:lumOff val="15000"/>
                </a:schemeClr>
              </a:buClr>
              <a:buFont typeface="Wingdings" panose="05000000000000000000" pitchFamily="2" charset="2"/>
              <a:buChar char="v"/>
            </a:pPr>
            <a:r>
              <a:rPr lang="en-IN" sz="2400" dirty="0"/>
              <a:t>Applying The Basic Formulae : </a:t>
            </a:r>
            <a:r>
              <a:rPr lang="en-IN" sz="2400" b="1" dirty="0"/>
              <a:t>SUM,AVERAGE,COUNT,MAX,MIN</a:t>
            </a:r>
          </a:p>
          <a:p>
            <a:pPr marL="285750" indent="-285750">
              <a:buClr>
                <a:schemeClr val="tx1">
                  <a:lumMod val="85000"/>
                  <a:lumOff val="15000"/>
                </a:schemeClr>
              </a:buClr>
              <a:buFont typeface="Wingdings" panose="05000000000000000000" pitchFamily="2" charset="2"/>
              <a:buChar char="v"/>
            </a:pPr>
            <a:r>
              <a:rPr lang="en-IN" sz="2400" dirty="0"/>
              <a:t>Using </a:t>
            </a:r>
            <a:r>
              <a:rPr lang="en-IN" sz="2400" b="1" dirty="0"/>
              <a:t>IF Conditions, Look Ups Value , Conditional Formatting , Index and Match.</a:t>
            </a:r>
          </a:p>
          <a:p>
            <a:pPr marL="285750" indent="-285750">
              <a:buClr>
                <a:schemeClr val="tx1">
                  <a:lumMod val="85000"/>
                  <a:lumOff val="15000"/>
                </a:schemeClr>
              </a:buClr>
              <a:buFont typeface="Wingdings" panose="05000000000000000000" pitchFamily="2" charset="2"/>
              <a:buChar char="v"/>
            </a:pPr>
            <a:r>
              <a:rPr lang="en-IN" sz="2400" dirty="0"/>
              <a:t>Pivot Table and Charts according to the Demands On Bike Rentals , based on the Weather sit And Holidays.</a:t>
            </a:r>
          </a:p>
          <a:p>
            <a:pPr marL="285750" indent="-285750">
              <a:buClr>
                <a:schemeClr val="tx1">
                  <a:lumMod val="85000"/>
                  <a:lumOff val="15000"/>
                </a:schemeClr>
              </a:buClr>
              <a:buFont typeface="Wingdings" panose="05000000000000000000" pitchFamily="2" charset="2"/>
              <a:buChar char="v"/>
            </a:pPr>
            <a:r>
              <a:rPr lang="en-IN" sz="2400" dirty="0"/>
              <a:t>Building an </a:t>
            </a:r>
            <a:r>
              <a:rPr lang="en-IN" sz="2400" b="1" dirty="0"/>
              <a:t>Interactive Dashboard with KPI’s , Pivot Charts with Slicers and Timelines.</a:t>
            </a:r>
          </a:p>
          <a:p>
            <a:pPr marL="285750" indent="-285750">
              <a:buClr>
                <a:schemeClr val="tx1">
                  <a:lumMod val="85000"/>
                  <a:lumOff val="15000"/>
                </a:schemeClr>
              </a:buClr>
              <a:buFont typeface="Wingdings" panose="05000000000000000000" pitchFamily="2" charset="2"/>
              <a:buChar char="v"/>
            </a:pPr>
            <a:r>
              <a:rPr lang="en-IN" sz="2400" dirty="0"/>
              <a:t>Using the </a:t>
            </a:r>
            <a:r>
              <a:rPr lang="en-IN" sz="2400" b="1" dirty="0"/>
              <a:t>Advanced descriptive Statistics, Correlation Analysis, Forecasting and Anomaly Detections </a:t>
            </a:r>
            <a:r>
              <a:rPr lang="en-IN" sz="2400" dirty="0"/>
              <a:t>helps the Planning of business according to the Demands.</a:t>
            </a:r>
          </a:p>
          <a:p>
            <a:pPr>
              <a:buClr>
                <a:schemeClr val="tx1">
                  <a:lumMod val="85000"/>
                  <a:lumOff val="15000"/>
                </a:schemeClr>
              </a:buClr>
            </a:pPr>
            <a:r>
              <a:rPr lang="en-IN" sz="2400" dirty="0"/>
              <a:t>  </a:t>
            </a:r>
          </a:p>
        </p:txBody>
      </p:sp>
    </p:spTree>
    <p:extLst>
      <p:ext uri="{BB962C8B-B14F-4D97-AF65-F5344CB8AC3E}">
        <p14:creationId xmlns:p14="http://schemas.microsoft.com/office/powerpoint/2010/main" val="31540174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C65EE-E640-2355-7D3C-B92D85C7E515}"/>
              </a:ext>
            </a:extLst>
          </p:cNvPr>
          <p:cNvSpPr>
            <a:spLocks noGrp="1"/>
          </p:cNvSpPr>
          <p:nvPr>
            <p:ph type="title"/>
          </p:nvPr>
        </p:nvSpPr>
        <p:spPr>
          <a:xfrm>
            <a:off x="282103" y="274321"/>
            <a:ext cx="11190570" cy="698445"/>
          </a:xfrm>
        </p:spPr>
        <p:txBody>
          <a:bodyPr>
            <a:normAutofit fontScale="90000"/>
          </a:bodyPr>
          <a:lstStyle/>
          <a:p>
            <a:pPr marL="571500" indent="-571500">
              <a:buFont typeface="Wingdings" panose="05000000000000000000" pitchFamily="2" charset="2"/>
              <a:buChar char="Ø"/>
            </a:pPr>
            <a:r>
              <a:rPr lang="en-IN" b="1" dirty="0">
                <a:solidFill>
                  <a:schemeClr val="bg1"/>
                </a:solidFill>
                <a:latin typeface="Algerian" panose="04020705040A02060702" pitchFamily="82" charset="0"/>
              </a:rPr>
              <a:t>DATA INTEGRATION AND WORKFLOW </a:t>
            </a:r>
            <a:r>
              <a:rPr lang="en-IN" b="1" dirty="0">
                <a:solidFill>
                  <a:schemeClr val="bg1"/>
                </a:solidFill>
                <a:latin typeface="Algerian" panose="04020705040A02060702" pitchFamily="82" charset="0"/>
                <a:sym typeface="Wingdings" panose="05000000000000000000" pitchFamily="2" charset="2"/>
              </a:rPr>
              <a:t></a:t>
            </a:r>
            <a:endParaRPr lang="en-IN" b="1" dirty="0">
              <a:solidFill>
                <a:schemeClr val="bg1"/>
              </a:solidFill>
              <a:latin typeface="Algerian" panose="04020705040A02060702" pitchFamily="82" charset="0"/>
            </a:endParaRPr>
          </a:p>
        </p:txBody>
      </p:sp>
      <p:sp>
        <p:nvSpPr>
          <p:cNvPr id="3" name="Content Placeholder 2">
            <a:extLst>
              <a:ext uri="{FF2B5EF4-FFF2-40B4-BE49-F238E27FC236}">
                <a16:creationId xmlns:a16="http://schemas.microsoft.com/office/drawing/2014/main" id="{E79B637B-FD6B-F683-1644-7F13E13144F2}"/>
              </a:ext>
            </a:extLst>
          </p:cNvPr>
          <p:cNvSpPr>
            <a:spLocks noGrp="1"/>
          </p:cNvSpPr>
          <p:nvPr>
            <p:ph idx="1"/>
          </p:nvPr>
        </p:nvSpPr>
        <p:spPr>
          <a:xfrm>
            <a:off x="282102" y="894945"/>
            <a:ext cx="11230194" cy="5688734"/>
          </a:xfrm>
        </p:spPr>
        <p:txBody>
          <a:bodyPr/>
          <a:lstStyle/>
          <a:p>
            <a:pPr marL="285750" indent="-285750">
              <a:buFont typeface="Wingdings" panose="05000000000000000000" pitchFamily="2" charset="2"/>
              <a:buChar char="q"/>
            </a:pPr>
            <a:r>
              <a:rPr lang="en-IN" b="1" dirty="0">
                <a:solidFill>
                  <a:schemeClr val="bg1"/>
                </a:solidFill>
              </a:rPr>
              <a:t>Dataset_1</a:t>
            </a:r>
            <a:r>
              <a:rPr lang="en-IN" dirty="0">
                <a:solidFill>
                  <a:schemeClr val="bg1"/>
                </a:solidFill>
              </a:rPr>
              <a:t> : Bike Rentals and Users Data After Data Cleaning , </a:t>
            </a:r>
            <a:r>
              <a:rPr lang="en-IN" b="1" dirty="0">
                <a:solidFill>
                  <a:schemeClr val="bg1"/>
                </a:solidFill>
              </a:rPr>
              <a:t>Handling the Missing Values , Removing the Duplicates, Pre-processed Consistent and Corrected Data Type containing Headers Date, Season, Year, Month, Hour, Holidays, Weekdays, Weather sit and Temperat</a:t>
            </a:r>
            <a:r>
              <a:rPr lang="en-IN" dirty="0">
                <a:solidFill>
                  <a:schemeClr val="bg1"/>
                </a:solidFill>
              </a:rPr>
              <a:t>ure.</a:t>
            </a:r>
          </a:p>
          <a:p>
            <a:pPr marL="285750" indent="-285750">
              <a:buFont typeface="Wingdings" panose="05000000000000000000" pitchFamily="2" charset="2"/>
              <a:buChar char="q"/>
            </a:pPr>
            <a:r>
              <a:rPr lang="en-IN" b="1" dirty="0">
                <a:solidFill>
                  <a:schemeClr val="bg1"/>
                </a:solidFill>
              </a:rPr>
              <a:t>Dataset_2</a:t>
            </a:r>
            <a:r>
              <a:rPr lang="en-IN" dirty="0">
                <a:solidFill>
                  <a:schemeClr val="bg1"/>
                </a:solidFill>
              </a:rPr>
              <a:t> : Bike Rentals and Users Data After Data Cleaning ,</a:t>
            </a:r>
            <a:r>
              <a:rPr lang="en-IN" b="1" dirty="0">
                <a:solidFill>
                  <a:schemeClr val="bg1"/>
                </a:solidFill>
              </a:rPr>
              <a:t> Handling the Missing Values , Removing the Duplicates, Pre-processed Consistent and Corrected Data Type containing Headers Assumed Temperature, Windspeed, Humidity, Registered Users, Casual Users and Total Count of the Users, also Predicts the relative Demands of the Rentals According to the Weather Impact .</a:t>
            </a:r>
            <a:r>
              <a:rPr lang="en-IN" dirty="0">
                <a:solidFill>
                  <a:schemeClr val="bg1"/>
                </a:solidFill>
              </a:rPr>
              <a:t>  </a:t>
            </a:r>
          </a:p>
          <a:p>
            <a:pPr marL="285750" indent="-285750">
              <a:buFont typeface="Wingdings" panose="05000000000000000000" pitchFamily="2" charset="2"/>
              <a:buChar char="q"/>
            </a:pPr>
            <a:r>
              <a:rPr lang="en-IN" b="1" dirty="0">
                <a:solidFill>
                  <a:schemeClr val="bg1"/>
                </a:solidFill>
              </a:rPr>
              <a:t>Dataset A :Merging Cleaned and Pre-Processed Dataset_1 + Dataset_2 from the Period Of Jan01</a:t>
            </a:r>
            <a:r>
              <a:rPr lang="en-IN" b="1" baseline="30000" dirty="0">
                <a:solidFill>
                  <a:schemeClr val="bg1"/>
                </a:solidFill>
              </a:rPr>
              <a:t>st</a:t>
            </a:r>
            <a:r>
              <a:rPr lang="en-IN" b="1" dirty="0">
                <a:solidFill>
                  <a:schemeClr val="bg1"/>
                </a:solidFill>
              </a:rPr>
              <a:t> 2011 to Jan28</a:t>
            </a:r>
            <a:r>
              <a:rPr lang="en-IN" b="1" baseline="30000" dirty="0">
                <a:solidFill>
                  <a:schemeClr val="bg1"/>
                </a:solidFill>
              </a:rPr>
              <a:t>th</a:t>
            </a:r>
            <a:r>
              <a:rPr lang="en-IN" b="1" dirty="0">
                <a:solidFill>
                  <a:schemeClr val="bg1"/>
                </a:solidFill>
              </a:rPr>
              <a:t> 2011.</a:t>
            </a:r>
          </a:p>
          <a:p>
            <a:pPr marL="285750" indent="-285750">
              <a:buFont typeface="Wingdings" panose="05000000000000000000" pitchFamily="2" charset="2"/>
              <a:buChar char="q"/>
            </a:pPr>
            <a:r>
              <a:rPr lang="en-IN" b="1" dirty="0">
                <a:solidFill>
                  <a:schemeClr val="bg1"/>
                </a:solidFill>
              </a:rPr>
              <a:t>Dataset_3 : Cleaned and Pre-Processed data from the Period of Jan 28</a:t>
            </a:r>
            <a:r>
              <a:rPr lang="en-IN" b="1" baseline="30000" dirty="0">
                <a:solidFill>
                  <a:schemeClr val="bg1"/>
                </a:solidFill>
              </a:rPr>
              <a:t>th</a:t>
            </a:r>
            <a:r>
              <a:rPr lang="en-IN" b="1" dirty="0">
                <a:solidFill>
                  <a:schemeClr val="bg1"/>
                </a:solidFill>
              </a:rPr>
              <a:t> 2011 to Feb 14</a:t>
            </a:r>
            <a:r>
              <a:rPr lang="en-IN" b="1" baseline="30000" dirty="0">
                <a:solidFill>
                  <a:schemeClr val="bg1"/>
                </a:solidFill>
              </a:rPr>
              <a:t>th</a:t>
            </a:r>
            <a:r>
              <a:rPr lang="en-IN" b="1" dirty="0">
                <a:solidFill>
                  <a:schemeClr val="bg1"/>
                </a:solidFill>
              </a:rPr>
              <a:t> 2011 with Count of 390.</a:t>
            </a:r>
          </a:p>
          <a:p>
            <a:pPr marL="285750" indent="-285750">
              <a:buFont typeface="Wingdings" panose="05000000000000000000" pitchFamily="2" charset="2"/>
              <a:buChar char="q"/>
            </a:pPr>
            <a:r>
              <a:rPr lang="en-IN" b="1" dirty="0">
                <a:solidFill>
                  <a:schemeClr val="bg1"/>
                </a:solidFill>
              </a:rPr>
              <a:t>Final Dataset : Appending the Cleaned and Pre-Processed Dataset A +Dataset_3 with all the factors under Weather &amp; Users Type.</a:t>
            </a:r>
          </a:p>
          <a:p>
            <a:endParaRPr lang="en-IN" dirty="0">
              <a:solidFill>
                <a:schemeClr val="bg1"/>
              </a:solidFill>
            </a:endParaRPr>
          </a:p>
        </p:txBody>
      </p:sp>
      <p:sp>
        <p:nvSpPr>
          <p:cNvPr id="7" name="TextBox 6">
            <a:extLst>
              <a:ext uri="{FF2B5EF4-FFF2-40B4-BE49-F238E27FC236}">
                <a16:creationId xmlns:a16="http://schemas.microsoft.com/office/drawing/2014/main" id="{F41A281C-F1A6-381C-73B6-96CC5FBB3489}"/>
              </a:ext>
            </a:extLst>
          </p:cNvPr>
          <p:cNvSpPr txBox="1"/>
          <p:nvPr/>
        </p:nvSpPr>
        <p:spPr>
          <a:xfrm>
            <a:off x="2491740" y="5455920"/>
            <a:ext cx="184731" cy="369332"/>
          </a:xfrm>
          <a:prstGeom prst="rect">
            <a:avLst/>
          </a:prstGeom>
          <a:noFill/>
        </p:spPr>
        <p:txBody>
          <a:bodyPr wrap="none" rtlCol="0">
            <a:spAutoFit/>
          </a:bodyPr>
          <a:lstStyle/>
          <a:p>
            <a:endParaRPr lang="en-IN" dirty="0"/>
          </a:p>
        </p:txBody>
      </p:sp>
    </p:spTree>
    <p:extLst>
      <p:ext uri="{BB962C8B-B14F-4D97-AF65-F5344CB8AC3E}">
        <p14:creationId xmlns:p14="http://schemas.microsoft.com/office/powerpoint/2010/main" val="31157940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45386-03E8-5F6A-C449-BA7E97568BCA}"/>
              </a:ext>
            </a:extLst>
          </p:cNvPr>
          <p:cNvSpPr>
            <a:spLocks noGrp="1"/>
          </p:cNvSpPr>
          <p:nvPr>
            <p:ph type="title"/>
          </p:nvPr>
        </p:nvSpPr>
        <p:spPr>
          <a:xfrm>
            <a:off x="118678" y="180934"/>
            <a:ext cx="10741152" cy="1132258"/>
          </a:xfrm>
        </p:spPr>
        <p:txBody>
          <a:bodyPr>
            <a:normAutofit/>
          </a:bodyPr>
          <a:lstStyle/>
          <a:p>
            <a:pPr marL="571500" indent="-571500">
              <a:buFont typeface="Wingdings" panose="05000000000000000000" pitchFamily="2" charset="2"/>
              <a:buChar char="Ø"/>
            </a:pPr>
            <a:r>
              <a:rPr lang="en-IN" sz="3600" dirty="0">
                <a:latin typeface="Algerian" panose="04020705040A02060702" pitchFamily="82" charset="0"/>
              </a:rPr>
              <a:t>FINAL_DATASET </a:t>
            </a:r>
            <a:r>
              <a:rPr lang="en-IN" sz="3600" dirty="0">
                <a:latin typeface="Algerian" panose="04020705040A02060702" pitchFamily="82" charset="0"/>
                <a:sym typeface="Wingdings" panose="05000000000000000000" pitchFamily="2" charset="2"/>
              </a:rPr>
              <a:t></a:t>
            </a:r>
            <a:endParaRPr lang="en-IN" sz="3600" dirty="0">
              <a:latin typeface="Algerian" panose="04020705040A02060702" pitchFamily="82" charset="0"/>
            </a:endParaRPr>
          </a:p>
        </p:txBody>
      </p:sp>
      <p:sp>
        <p:nvSpPr>
          <p:cNvPr id="16" name="Arrow: Pentagon 15">
            <a:extLst>
              <a:ext uri="{FF2B5EF4-FFF2-40B4-BE49-F238E27FC236}">
                <a16:creationId xmlns:a16="http://schemas.microsoft.com/office/drawing/2014/main" id="{D46DD273-64F6-D7E1-D8C9-7398835DE3B8}"/>
              </a:ext>
            </a:extLst>
          </p:cNvPr>
          <p:cNvSpPr/>
          <p:nvPr/>
        </p:nvSpPr>
        <p:spPr>
          <a:xfrm>
            <a:off x="470898" y="2007990"/>
            <a:ext cx="2033081" cy="952501"/>
          </a:xfrm>
          <a:prstGeom prst="homePlate">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t>Date :</a:t>
            </a:r>
          </a:p>
          <a:p>
            <a:pPr algn="ctr"/>
            <a:r>
              <a:rPr lang="en-IN" b="1" dirty="0"/>
              <a:t>Jan 1</a:t>
            </a:r>
            <a:r>
              <a:rPr lang="en-IN" b="1" baseline="30000" dirty="0"/>
              <a:t>st</a:t>
            </a:r>
            <a:r>
              <a:rPr lang="en-IN" b="1" dirty="0"/>
              <a:t> 2011 –</a:t>
            </a:r>
          </a:p>
          <a:p>
            <a:pPr algn="ctr"/>
            <a:r>
              <a:rPr lang="en-IN" b="1" dirty="0"/>
              <a:t>Feb 14</a:t>
            </a:r>
            <a:r>
              <a:rPr lang="en-IN" b="1" baseline="30000" dirty="0"/>
              <a:t>th</a:t>
            </a:r>
            <a:r>
              <a:rPr lang="en-IN" b="1" dirty="0"/>
              <a:t> 2011</a:t>
            </a:r>
          </a:p>
        </p:txBody>
      </p:sp>
      <p:sp>
        <p:nvSpPr>
          <p:cNvPr id="17" name="Arrow: Pentagon 16">
            <a:extLst>
              <a:ext uri="{FF2B5EF4-FFF2-40B4-BE49-F238E27FC236}">
                <a16:creationId xmlns:a16="http://schemas.microsoft.com/office/drawing/2014/main" id="{D9DB30C5-56E3-BC5C-38B9-763D8864BB95}"/>
              </a:ext>
            </a:extLst>
          </p:cNvPr>
          <p:cNvSpPr/>
          <p:nvPr/>
        </p:nvSpPr>
        <p:spPr>
          <a:xfrm>
            <a:off x="2953559" y="2007990"/>
            <a:ext cx="2033081" cy="1001949"/>
          </a:xfrm>
          <a:prstGeom prst="homePlate">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t>Season : 1 </a:t>
            </a:r>
          </a:p>
          <a:p>
            <a:pPr algn="ctr"/>
            <a:r>
              <a:rPr lang="en-IN" b="1" dirty="0"/>
              <a:t>Year : 0</a:t>
            </a:r>
            <a:br>
              <a:rPr lang="en-IN" b="1" dirty="0"/>
            </a:br>
            <a:r>
              <a:rPr lang="en-IN" b="1" dirty="0"/>
              <a:t>Month : 1 &amp; 2</a:t>
            </a:r>
          </a:p>
        </p:txBody>
      </p:sp>
      <p:sp>
        <p:nvSpPr>
          <p:cNvPr id="21" name="Arrow: Pentagon 20">
            <a:extLst>
              <a:ext uri="{FF2B5EF4-FFF2-40B4-BE49-F238E27FC236}">
                <a16:creationId xmlns:a16="http://schemas.microsoft.com/office/drawing/2014/main" id="{2D1DBB94-84FC-AA54-0A80-9BDB19304FBD}"/>
              </a:ext>
            </a:extLst>
          </p:cNvPr>
          <p:cNvSpPr/>
          <p:nvPr/>
        </p:nvSpPr>
        <p:spPr>
          <a:xfrm>
            <a:off x="9391650" y="3396537"/>
            <a:ext cx="1714500" cy="952500"/>
          </a:xfrm>
          <a:prstGeom prst="homePlate">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t>Average Hours :</a:t>
            </a:r>
          </a:p>
          <a:p>
            <a:pPr algn="ctr"/>
            <a:r>
              <a:rPr lang="en-IN" b="1" dirty="0"/>
              <a:t>11.753</a:t>
            </a:r>
          </a:p>
        </p:txBody>
      </p:sp>
      <p:sp>
        <p:nvSpPr>
          <p:cNvPr id="24" name="Arrow: Pentagon 23">
            <a:extLst>
              <a:ext uri="{FF2B5EF4-FFF2-40B4-BE49-F238E27FC236}">
                <a16:creationId xmlns:a16="http://schemas.microsoft.com/office/drawing/2014/main" id="{325E9055-3613-1B1C-7597-1804B48D4A9F}"/>
              </a:ext>
            </a:extLst>
          </p:cNvPr>
          <p:cNvSpPr/>
          <p:nvPr/>
        </p:nvSpPr>
        <p:spPr>
          <a:xfrm>
            <a:off x="7921640" y="2018571"/>
            <a:ext cx="1904075" cy="1000380"/>
          </a:xfrm>
          <a:prstGeom prst="homePlate">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t>Holiday : True</a:t>
            </a:r>
          </a:p>
          <a:p>
            <a:pPr algn="ctr"/>
            <a:r>
              <a:rPr lang="en-IN" b="1" dirty="0"/>
              <a:t>Weekdays : </a:t>
            </a:r>
          </a:p>
          <a:p>
            <a:pPr algn="ctr"/>
            <a:r>
              <a:rPr lang="en-IN" b="1" dirty="0"/>
              <a:t>False</a:t>
            </a:r>
          </a:p>
        </p:txBody>
      </p:sp>
      <p:sp>
        <p:nvSpPr>
          <p:cNvPr id="28" name="Arrow: Pentagon 27">
            <a:extLst>
              <a:ext uri="{FF2B5EF4-FFF2-40B4-BE49-F238E27FC236}">
                <a16:creationId xmlns:a16="http://schemas.microsoft.com/office/drawing/2014/main" id="{D7A01C11-1EDF-01AC-46D0-D686E2747D47}"/>
              </a:ext>
            </a:extLst>
          </p:cNvPr>
          <p:cNvSpPr/>
          <p:nvPr/>
        </p:nvSpPr>
        <p:spPr>
          <a:xfrm>
            <a:off x="5566410" y="2007991"/>
            <a:ext cx="1775460" cy="952500"/>
          </a:xfrm>
          <a:prstGeom prst="homePlate">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t>Weekdays : </a:t>
            </a:r>
          </a:p>
          <a:p>
            <a:pPr algn="ctr"/>
            <a:r>
              <a:rPr lang="en-IN" b="1" dirty="0"/>
              <a:t>0 – 6</a:t>
            </a:r>
          </a:p>
        </p:txBody>
      </p:sp>
      <p:sp>
        <p:nvSpPr>
          <p:cNvPr id="31" name="Arrow: Pentagon 30">
            <a:extLst>
              <a:ext uri="{FF2B5EF4-FFF2-40B4-BE49-F238E27FC236}">
                <a16:creationId xmlns:a16="http://schemas.microsoft.com/office/drawing/2014/main" id="{C3A10273-71A9-B978-7EAC-35A7F50C92EE}"/>
              </a:ext>
            </a:extLst>
          </p:cNvPr>
          <p:cNvSpPr/>
          <p:nvPr/>
        </p:nvSpPr>
        <p:spPr>
          <a:xfrm>
            <a:off x="10157460" y="2007990"/>
            <a:ext cx="1775460" cy="977224"/>
          </a:xfrm>
          <a:prstGeom prst="homePlate">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t>Weather sit :</a:t>
            </a:r>
          </a:p>
          <a:p>
            <a:pPr algn="ctr"/>
            <a:r>
              <a:rPr lang="en-IN" b="1" dirty="0"/>
              <a:t>1 , 2 , 3 , 4</a:t>
            </a:r>
          </a:p>
          <a:p>
            <a:pPr algn="ctr"/>
            <a:endParaRPr lang="en-IN" dirty="0"/>
          </a:p>
        </p:txBody>
      </p:sp>
      <p:sp>
        <p:nvSpPr>
          <p:cNvPr id="33" name="Arrow: Pentagon 32">
            <a:extLst>
              <a:ext uri="{FF2B5EF4-FFF2-40B4-BE49-F238E27FC236}">
                <a16:creationId xmlns:a16="http://schemas.microsoft.com/office/drawing/2014/main" id="{EB399B55-0812-6353-63B1-2D0DCF2F8602}"/>
              </a:ext>
            </a:extLst>
          </p:cNvPr>
          <p:cNvSpPr/>
          <p:nvPr/>
        </p:nvSpPr>
        <p:spPr>
          <a:xfrm>
            <a:off x="4573350" y="3396537"/>
            <a:ext cx="1714500" cy="952500"/>
          </a:xfrm>
          <a:prstGeom prst="homePlate">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t>Average Actual Temp : </a:t>
            </a:r>
          </a:p>
          <a:p>
            <a:pPr algn="ctr"/>
            <a:r>
              <a:rPr lang="en-IN" sz="1600" b="1" dirty="0"/>
              <a:t>0.2059</a:t>
            </a:r>
          </a:p>
        </p:txBody>
      </p:sp>
      <p:sp>
        <p:nvSpPr>
          <p:cNvPr id="35" name="Arrow: Pentagon 34">
            <a:extLst>
              <a:ext uri="{FF2B5EF4-FFF2-40B4-BE49-F238E27FC236}">
                <a16:creationId xmlns:a16="http://schemas.microsoft.com/office/drawing/2014/main" id="{92BBD346-2EC5-B6C3-B61B-09992EF405C6}"/>
              </a:ext>
            </a:extLst>
          </p:cNvPr>
          <p:cNvSpPr/>
          <p:nvPr/>
        </p:nvSpPr>
        <p:spPr>
          <a:xfrm>
            <a:off x="7064390" y="3396537"/>
            <a:ext cx="1714500" cy="952500"/>
          </a:xfrm>
          <a:prstGeom prst="homePlate">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t>Average Assumed Temp :</a:t>
            </a:r>
          </a:p>
          <a:p>
            <a:pPr algn="ctr"/>
            <a:r>
              <a:rPr lang="en-IN" sz="1600" b="1" dirty="0"/>
              <a:t>0.2096</a:t>
            </a:r>
          </a:p>
        </p:txBody>
      </p:sp>
      <p:sp>
        <p:nvSpPr>
          <p:cNvPr id="38" name="Arrow: Pentagon 37">
            <a:extLst>
              <a:ext uri="{FF2B5EF4-FFF2-40B4-BE49-F238E27FC236}">
                <a16:creationId xmlns:a16="http://schemas.microsoft.com/office/drawing/2014/main" id="{9EF9CAB0-BBE8-DF5D-2B30-437D258CAE7A}"/>
              </a:ext>
            </a:extLst>
          </p:cNvPr>
          <p:cNvSpPr/>
          <p:nvPr/>
        </p:nvSpPr>
        <p:spPr>
          <a:xfrm>
            <a:off x="5685249" y="4760360"/>
            <a:ext cx="1714500" cy="952500"/>
          </a:xfrm>
          <a:prstGeom prst="homePlate">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t>Registered Users :</a:t>
            </a:r>
          </a:p>
          <a:p>
            <a:pPr algn="ctr"/>
            <a:r>
              <a:rPr lang="en-IN" b="1" dirty="0"/>
              <a:t>53383</a:t>
            </a:r>
          </a:p>
        </p:txBody>
      </p:sp>
      <p:sp>
        <p:nvSpPr>
          <p:cNvPr id="40" name="Arrow: Pentagon 39">
            <a:extLst>
              <a:ext uri="{FF2B5EF4-FFF2-40B4-BE49-F238E27FC236}">
                <a16:creationId xmlns:a16="http://schemas.microsoft.com/office/drawing/2014/main" id="{4F3B3FAE-B21F-D74C-2118-1DBB325BE7D3}"/>
              </a:ext>
            </a:extLst>
          </p:cNvPr>
          <p:cNvSpPr/>
          <p:nvPr/>
        </p:nvSpPr>
        <p:spPr>
          <a:xfrm>
            <a:off x="3052755" y="4873619"/>
            <a:ext cx="1714500" cy="952500"/>
          </a:xfrm>
          <a:prstGeom prst="homePlate">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t>Casual Users :</a:t>
            </a:r>
          </a:p>
          <a:p>
            <a:pPr algn="ctr"/>
            <a:r>
              <a:rPr lang="en-IN" b="1" dirty="0"/>
              <a:t>4921</a:t>
            </a:r>
          </a:p>
        </p:txBody>
      </p:sp>
      <p:sp>
        <p:nvSpPr>
          <p:cNvPr id="42" name="Arrow: Pentagon 41">
            <a:extLst>
              <a:ext uri="{FF2B5EF4-FFF2-40B4-BE49-F238E27FC236}">
                <a16:creationId xmlns:a16="http://schemas.microsoft.com/office/drawing/2014/main" id="{2F85AFC6-DD80-6B08-208C-5EE7E6C3CCA3}"/>
              </a:ext>
            </a:extLst>
          </p:cNvPr>
          <p:cNvSpPr/>
          <p:nvPr/>
        </p:nvSpPr>
        <p:spPr>
          <a:xfrm>
            <a:off x="8202930" y="4760360"/>
            <a:ext cx="1714500" cy="952500"/>
          </a:xfrm>
          <a:prstGeom prst="homePlate">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t>Total  Users :</a:t>
            </a:r>
          </a:p>
          <a:p>
            <a:pPr algn="ctr"/>
            <a:r>
              <a:rPr lang="en-IN" b="1" dirty="0"/>
              <a:t>58304</a:t>
            </a:r>
          </a:p>
        </p:txBody>
      </p:sp>
      <p:sp>
        <p:nvSpPr>
          <p:cNvPr id="44" name="Arrow: Pentagon 43">
            <a:extLst>
              <a:ext uri="{FF2B5EF4-FFF2-40B4-BE49-F238E27FC236}">
                <a16:creationId xmlns:a16="http://schemas.microsoft.com/office/drawing/2014/main" id="{F231A33A-444C-4A10-BB17-4369EF952DF8}"/>
              </a:ext>
            </a:extLst>
          </p:cNvPr>
          <p:cNvSpPr/>
          <p:nvPr/>
        </p:nvSpPr>
        <p:spPr>
          <a:xfrm>
            <a:off x="334355" y="4735635"/>
            <a:ext cx="1714500" cy="1132258"/>
          </a:xfrm>
          <a:prstGeom prst="homePlate">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t>Average Windspeed :</a:t>
            </a:r>
          </a:p>
          <a:p>
            <a:pPr algn="ctr"/>
            <a:r>
              <a:rPr lang="en-IN" b="1" dirty="0"/>
              <a:t>0.1949</a:t>
            </a:r>
          </a:p>
        </p:txBody>
      </p:sp>
      <p:sp>
        <p:nvSpPr>
          <p:cNvPr id="46" name="Arrow: Pentagon 45">
            <a:extLst>
              <a:ext uri="{FF2B5EF4-FFF2-40B4-BE49-F238E27FC236}">
                <a16:creationId xmlns:a16="http://schemas.microsoft.com/office/drawing/2014/main" id="{986005C6-B690-8DFB-E39D-2DB5B5FCBE72}"/>
              </a:ext>
            </a:extLst>
          </p:cNvPr>
          <p:cNvSpPr/>
          <p:nvPr/>
        </p:nvSpPr>
        <p:spPr>
          <a:xfrm>
            <a:off x="1841273" y="3396537"/>
            <a:ext cx="1714500" cy="952500"/>
          </a:xfrm>
          <a:prstGeom prst="homePlate">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t>Average Humidity :</a:t>
            </a:r>
          </a:p>
          <a:p>
            <a:pPr algn="ctr"/>
            <a:r>
              <a:rPr lang="en-IN" b="1" dirty="0"/>
              <a:t>3.6313</a:t>
            </a:r>
          </a:p>
        </p:txBody>
      </p:sp>
    </p:spTree>
    <p:extLst>
      <p:ext uri="{BB962C8B-B14F-4D97-AF65-F5344CB8AC3E}">
        <p14:creationId xmlns:p14="http://schemas.microsoft.com/office/powerpoint/2010/main" val="25758987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796CD-5A60-9D11-23EA-4EAC357E851A}"/>
              </a:ext>
            </a:extLst>
          </p:cNvPr>
          <p:cNvSpPr>
            <a:spLocks noGrp="1"/>
          </p:cNvSpPr>
          <p:nvPr>
            <p:ph type="title"/>
          </p:nvPr>
        </p:nvSpPr>
        <p:spPr/>
        <p:txBody>
          <a:bodyPr/>
          <a:lstStyle/>
          <a:p>
            <a:pPr marL="571500" indent="-571500">
              <a:buFont typeface="Wingdings" panose="05000000000000000000" pitchFamily="2" charset="2"/>
              <a:buChar char="Ø"/>
            </a:pPr>
            <a:r>
              <a:rPr lang="en-IN" sz="3600" b="1" dirty="0">
                <a:latin typeface="Algerian" panose="04020705040A02060702" pitchFamily="82" charset="0"/>
              </a:rPr>
              <a:t>Monthly Demand users </a:t>
            </a:r>
            <a:r>
              <a:rPr lang="en-IN" sz="3600" b="1" dirty="0">
                <a:latin typeface="Algerian" panose="04020705040A02060702" pitchFamily="82" charset="0"/>
                <a:sym typeface="Wingdings" panose="05000000000000000000" pitchFamily="2" charset="2"/>
              </a:rPr>
              <a:t></a:t>
            </a:r>
            <a:endParaRPr lang="en-IN" b="1" dirty="0">
              <a:latin typeface="Algerian" panose="04020705040A02060702" pitchFamily="82" charset="0"/>
            </a:endParaRPr>
          </a:p>
        </p:txBody>
      </p:sp>
      <p:sp>
        <p:nvSpPr>
          <p:cNvPr id="5" name="TextBox 4">
            <a:extLst>
              <a:ext uri="{FF2B5EF4-FFF2-40B4-BE49-F238E27FC236}">
                <a16:creationId xmlns:a16="http://schemas.microsoft.com/office/drawing/2014/main" id="{E554C59C-AE32-0779-FE98-495FBE32DEC3}"/>
              </a:ext>
            </a:extLst>
          </p:cNvPr>
          <p:cNvSpPr txBox="1"/>
          <p:nvPr/>
        </p:nvSpPr>
        <p:spPr>
          <a:xfrm>
            <a:off x="0" y="1817833"/>
            <a:ext cx="12135053" cy="338554"/>
          </a:xfrm>
          <a:prstGeom prst="rect">
            <a:avLst/>
          </a:prstGeom>
          <a:noFill/>
        </p:spPr>
        <p:txBody>
          <a:bodyPr wrap="none" rtlCol="0">
            <a:spAutoFit/>
          </a:bodyPr>
          <a:lstStyle/>
          <a:p>
            <a:r>
              <a:rPr lang="en-IN" sz="1600" b="1" dirty="0"/>
              <a:t>Monthly Demand User Wise , Also the Linear Trendline Shows Total Customers Through Out the Period Is Flat At Study Rate.</a:t>
            </a:r>
          </a:p>
        </p:txBody>
      </p:sp>
      <p:graphicFrame>
        <p:nvGraphicFramePr>
          <p:cNvPr id="7" name="Chart 6">
            <a:extLst>
              <a:ext uri="{FF2B5EF4-FFF2-40B4-BE49-F238E27FC236}">
                <a16:creationId xmlns:a16="http://schemas.microsoft.com/office/drawing/2014/main" id="{1A8A2598-076F-3EBF-B11C-AC4D4A700A65}"/>
              </a:ext>
            </a:extLst>
          </p:cNvPr>
          <p:cNvGraphicFramePr>
            <a:graphicFrameLocks/>
          </p:cNvGraphicFramePr>
          <p:nvPr>
            <p:extLst>
              <p:ext uri="{D42A27DB-BD31-4B8C-83A1-F6EECF244321}">
                <p14:modId xmlns:p14="http://schemas.microsoft.com/office/powerpoint/2010/main" val="3435547944"/>
              </p:ext>
            </p:extLst>
          </p:nvPr>
        </p:nvGraphicFramePr>
        <p:xfrm>
          <a:off x="544748" y="2156387"/>
          <a:ext cx="11449455" cy="47016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689229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C9A1A-A0B1-5048-4081-5D2014EFC7A2}"/>
              </a:ext>
            </a:extLst>
          </p:cNvPr>
          <p:cNvSpPr>
            <a:spLocks noGrp="1"/>
          </p:cNvSpPr>
          <p:nvPr>
            <p:ph type="title"/>
          </p:nvPr>
        </p:nvSpPr>
        <p:spPr/>
        <p:txBody>
          <a:bodyPr>
            <a:normAutofit fontScale="90000"/>
          </a:bodyPr>
          <a:lstStyle/>
          <a:p>
            <a:pPr marL="571500" indent="-571500">
              <a:buFont typeface="Wingdings" panose="05000000000000000000" pitchFamily="2" charset="2"/>
              <a:buChar char="Ø"/>
            </a:pPr>
            <a:r>
              <a:rPr lang="en-IN" sz="2800" b="1" dirty="0">
                <a:solidFill>
                  <a:schemeClr val="accent3">
                    <a:lumMod val="60000"/>
                    <a:lumOff val="40000"/>
                  </a:schemeClr>
                </a:solidFill>
                <a:latin typeface="Algerian" panose="04020705040A02060702" pitchFamily="82" charset="0"/>
              </a:rPr>
              <a:t>AVERAGE CASUAL &amp; REGISTERED USERS BY WEEKDAYS </a:t>
            </a:r>
            <a:r>
              <a:rPr lang="en-IN" sz="2800" b="1" dirty="0">
                <a:solidFill>
                  <a:schemeClr val="accent3">
                    <a:lumMod val="60000"/>
                    <a:lumOff val="40000"/>
                  </a:schemeClr>
                </a:solidFill>
                <a:latin typeface="Algerian" panose="04020705040A02060702" pitchFamily="82" charset="0"/>
                <a:sym typeface="Wingdings" panose="05000000000000000000" pitchFamily="2" charset="2"/>
              </a:rPr>
              <a:t></a:t>
            </a:r>
            <a:br>
              <a:rPr lang="en-IN" sz="3200" b="1" dirty="0">
                <a:solidFill>
                  <a:schemeClr val="accent3">
                    <a:lumMod val="60000"/>
                    <a:lumOff val="40000"/>
                  </a:schemeClr>
                </a:solidFill>
                <a:latin typeface="Algerian" panose="04020705040A02060702" pitchFamily="82" charset="0"/>
                <a:sym typeface="Wingdings" panose="05000000000000000000" pitchFamily="2" charset="2"/>
              </a:rPr>
            </a:br>
            <a:r>
              <a:rPr lang="en-IN" sz="1800" dirty="0">
                <a:solidFill>
                  <a:schemeClr val="tx1">
                    <a:lumMod val="95000"/>
                  </a:schemeClr>
                </a:solidFill>
                <a:sym typeface="Wingdings" panose="05000000000000000000" pitchFamily="2" charset="2"/>
              </a:rPr>
              <a:t>As per Weekdays Predictions the no. of Registered Customers is high compared with the casual customers.</a:t>
            </a:r>
            <a:endParaRPr lang="en-IN" sz="3200" dirty="0">
              <a:solidFill>
                <a:schemeClr val="tx1">
                  <a:lumMod val="95000"/>
                </a:schemeClr>
              </a:solidFill>
            </a:endParaRPr>
          </a:p>
        </p:txBody>
      </p:sp>
      <p:graphicFrame>
        <p:nvGraphicFramePr>
          <p:cNvPr id="3" name="Chart 2">
            <a:extLst>
              <a:ext uri="{FF2B5EF4-FFF2-40B4-BE49-F238E27FC236}">
                <a16:creationId xmlns:a16="http://schemas.microsoft.com/office/drawing/2014/main" id="{A57B2A05-9DE5-4BA4-B805-08D056AB7875}"/>
              </a:ext>
            </a:extLst>
          </p:cNvPr>
          <p:cNvGraphicFramePr>
            <a:graphicFrameLocks/>
          </p:cNvGraphicFramePr>
          <p:nvPr>
            <p:extLst>
              <p:ext uri="{D42A27DB-BD31-4B8C-83A1-F6EECF244321}">
                <p14:modId xmlns:p14="http://schemas.microsoft.com/office/powerpoint/2010/main" val="321455417"/>
              </p:ext>
            </p:extLst>
          </p:nvPr>
        </p:nvGraphicFramePr>
        <p:xfrm>
          <a:off x="765042" y="2152650"/>
          <a:ext cx="9166860" cy="434407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1439474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3F5A1-DBC0-D5A1-C222-901B355F586D}"/>
              </a:ext>
            </a:extLst>
          </p:cNvPr>
          <p:cNvSpPr>
            <a:spLocks noGrp="1"/>
          </p:cNvSpPr>
          <p:nvPr>
            <p:ph type="title"/>
          </p:nvPr>
        </p:nvSpPr>
        <p:spPr/>
        <p:txBody>
          <a:bodyPr>
            <a:normAutofit/>
          </a:bodyPr>
          <a:lstStyle/>
          <a:p>
            <a:pPr marL="571500" indent="-571500">
              <a:buFont typeface="Wingdings" panose="05000000000000000000" pitchFamily="2" charset="2"/>
              <a:buChar char="Ø"/>
            </a:pPr>
            <a:r>
              <a:rPr lang="en-IN" sz="3600" b="1" dirty="0">
                <a:solidFill>
                  <a:schemeClr val="accent4">
                    <a:lumMod val="20000"/>
                    <a:lumOff val="80000"/>
                  </a:schemeClr>
                </a:solidFill>
                <a:latin typeface="Algerian" panose="04020705040A02060702" pitchFamily="82" charset="0"/>
              </a:rPr>
              <a:t>WEATHER IMPACTS </a:t>
            </a:r>
            <a:r>
              <a:rPr lang="en-IN" sz="3600" b="1" dirty="0">
                <a:solidFill>
                  <a:schemeClr val="accent4">
                    <a:lumMod val="20000"/>
                    <a:lumOff val="80000"/>
                  </a:schemeClr>
                </a:solidFill>
                <a:latin typeface="Algerian" panose="04020705040A02060702" pitchFamily="82" charset="0"/>
                <a:sym typeface="Wingdings" panose="05000000000000000000" pitchFamily="2" charset="2"/>
              </a:rPr>
              <a:t></a:t>
            </a:r>
            <a:br>
              <a:rPr lang="en-IN" sz="3600" b="1" dirty="0">
                <a:solidFill>
                  <a:schemeClr val="accent4">
                    <a:lumMod val="20000"/>
                    <a:lumOff val="80000"/>
                  </a:schemeClr>
                </a:solidFill>
                <a:latin typeface="Algerian" panose="04020705040A02060702" pitchFamily="82" charset="0"/>
                <a:sym typeface="Wingdings" panose="05000000000000000000" pitchFamily="2" charset="2"/>
              </a:rPr>
            </a:br>
            <a:endParaRPr lang="en-IN" sz="3600" b="1" dirty="0">
              <a:solidFill>
                <a:schemeClr val="accent4">
                  <a:lumMod val="20000"/>
                  <a:lumOff val="80000"/>
                </a:schemeClr>
              </a:solidFill>
              <a:latin typeface="Algerian" panose="04020705040A02060702" pitchFamily="82" charset="0"/>
            </a:endParaRPr>
          </a:p>
        </p:txBody>
      </p:sp>
      <p:sp>
        <p:nvSpPr>
          <p:cNvPr id="3" name="Text Placeholder 2">
            <a:extLst>
              <a:ext uri="{FF2B5EF4-FFF2-40B4-BE49-F238E27FC236}">
                <a16:creationId xmlns:a16="http://schemas.microsoft.com/office/drawing/2014/main" id="{9E77763F-EEFB-697A-0AE5-6A1DFE79E09E}"/>
              </a:ext>
            </a:extLst>
          </p:cNvPr>
          <p:cNvSpPr>
            <a:spLocks noGrp="1"/>
          </p:cNvSpPr>
          <p:nvPr>
            <p:ph type="body" idx="1"/>
          </p:nvPr>
        </p:nvSpPr>
        <p:spPr/>
        <p:txBody>
          <a:bodyPr/>
          <a:lstStyle/>
          <a:p>
            <a:pPr marL="342900" indent="-342900">
              <a:buFont typeface="Wingdings" panose="05000000000000000000" pitchFamily="2" charset="2"/>
              <a:buChar char="q"/>
            </a:pPr>
            <a:r>
              <a:rPr lang="en-IN" sz="2000" b="1" dirty="0">
                <a:solidFill>
                  <a:schemeClr val="bg1"/>
                </a:solidFill>
              </a:rPr>
              <a:t>WEATHER VS TEMPRATURE</a:t>
            </a:r>
          </a:p>
        </p:txBody>
      </p:sp>
      <p:sp>
        <p:nvSpPr>
          <p:cNvPr id="4" name="Text Placeholder 3">
            <a:extLst>
              <a:ext uri="{FF2B5EF4-FFF2-40B4-BE49-F238E27FC236}">
                <a16:creationId xmlns:a16="http://schemas.microsoft.com/office/drawing/2014/main" id="{41FC6CF0-5413-A020-F2EC-3CB68896ABD7}"/>
              </a:ext>
            </a:extLst>
          </p:cNvPr>
          <p:cNvSpPr>
            <a:spLocks noGrp="1"/>
          </p:cNvSpPr>
          <p:nvPr>
            <p:ph type="body" sz="half" idx="15"/>
          </p:nvPr>
        </p:nvSpPr>
        <p:spPr/>
        <p:txBody>
          <a:bodyPr>
            <a:normAutofit/>
          </a:bodyPr>
          <a:lstStyle/>
          <a:p>
            <a:r>
              <a:rPr lang="en-IN" sz="1200" dirty="0"/>
              <a:t>Temp gradually falls as weather is too rainy.</a:t>
            </a:r>
          </a:p>
        </p:txBody>
      </p:sp>
      <p:sp>
        <p:nvSpPr>
          <p:cNvPr id="5" name="Text Placeholder 4">
            <a:extLst>
              <a:ext uri="{FF2B5EF4-FFF2-40B4-BE49-F238E27FC236}">
                <a16:creationId xmlns:a16="http://schemas.microsoft.com/office/drawing/2014/main" id="{DEA825EE-E848-8E40-9257-4492AD59A41A}"/>
              </a:ext>
            </a:extLst>
          </p:cNvPr>
          <p:cNvSpPr>
            <a:spLocks noGrp="1"/>
          </p:cNvSpPr>
          <p:nvPr>
            <p:ph type="body" sz="quarter" idx="3"/>
          </p:nvPr>
        </p:nvSpPr>
        <p:spPr/>
        <p:txBody>
          <a:bodyPr/>
          <a:lstStyle/>
          <a:p>
            <a:pPr marL="342900" indent="-342900">
              <a:buFont typeface="Wingdings" panose="05000000000000000000" pitchFamily="2" charset="2"/>
              <a:buChar char="q"/>
            </a:pPr>
            <a:r>
              <a:rPr lang="en-IN" sz="2000" b="1" dirty="0">
                <a:solidFill>
                  <a:schemeClr val="bg1"/>
                </a:solidFill>
              </a:rPr>
              <a:t>WEATHER VS USERS</a:t>
            </a:r>
          </a:p>
        </p:txBody>
      </p:sp>
      <p:sp>
        <p:nvSpPr>
          <p:cNvPr id="6" name="Text Placeholder 5">
            <a:extLst>
              <a:ext uri="{FF2B5EF4-FFF2-40B4-BE49-F238E27FC236}">
                <a16:creationId xmlns:a16="http://schemas.microsoft.com/office/drawing/2014/main" id="{3AF8CF9F-1F54-C54D-5081-F6700D3F71DD}"/>
              </a:ext>
            </a:extLst>
          </p:cNvPr>
          <p:cNvSpPr>
            <a:spLocks noGrp="1"/>
          </p:cNvSpPr>
          <p:nvPr>
            <p:ph type="body" sz="half" idx="16"/>
          </p:nvPr>
        </p:nvSpPr>
        <p:spPr/>
        <p:txBody>
          <a:bodyPr>
            <a:normAutofit/>
          </a:bodyPr>
          <a:lstStyle/>
          <a:p>
            <a:r>
              <a:rPr lang="en-IN" sz="1200" dirty="0"/>
              <a:t>The users works only on Wednesday when the weather is too rainy where as works on all the days for the other 3 climatic conditions.</a:t>
            </a:r>
          </a:p>
        </p:txBody>
      </p:sp>
      <p:sp>
        <p:nvSpPr>
          <p:cNvPr id="7" name="Text Placeholder 6">
            <a:extLst>
              <a:ext uri="{FF2B5EF4-FFF2-40B4-BE49-F238E27FC236}">
                <a16:creationId xmlns:a16="http://schemas.microsoft.com/office/drawing/2014/main" id="{021E928E-2084-6161-99BC-B14C30CCA9CE}"/>
              </a:ext>
            </a:extLst>
          </p:cNvPr>
          <p:cNvSpPr>
            <a:spLocks noGrp="1"/>
          </p:cNvSpPr>
          <p:nvPr>
            <p:ph type="body" sz="quarter" idx="13"/>
          </p:nvPr>
        </p:nvSpPr>
        <p:spPr/>
        <p:txBody>
          <a:bodyPr/>
          <a:lstStyle/>
          <a:p>
            <a:pPr marL="342900" indent="-342900">
              <a:buFont typeface="Wingdings" panose="05000000000000000000" pitchFamily="2" charset="2"/>
              <a:buChar char="q"/>
            </a:pPr>
            <a:r>
              <a:rPr lang="en-IN" sz="2000" b="1" dirty="0">
                <a:solidFill>
                  <a:schemeClr val="bg1"/>
                </a:solidFill>
              </a:rPr>
              <a:t>WEATHER VS WEEKDAYS COUNT</a:t>
            </a:r>
          </a:p>
        </p:txBody>
      </p:sp>
      <p:sp>
        <p:nvSpPr>
          <p:cNvPr id="8" name="Text Placeholder 7">
            <a:extLst>
              <a:ext uri="{FF2B5EF4-FFF2-40B4-BE49-F238E27FC236}">
                <a16:creationId xmlns:a16="http://schemas.microsoft.com/office/drawing/2014/main" id="{AE67D9E4-9020-69A7-2778-1E9A37669D5E}"/>
              </a:ext>
            </a:extLst>
          </p:cNvPr>
          <p:cNvSpPr>
            <a:spLocks noGrp="1"/>
          </p:cNvSpPr>
          <p:nvPr>
            <p:ph type="body" sz="half" idx="17"/>
          </p:nvPr>
        </p:nvSpPr>
        <p:spPr/>
        <p:txBody>
          <a:bodyPr>
            <a:normAutofit/>
          </a:bodyPr>
          <a:lstStyle/>
          <a:p>
            <a:r>
              <a:rPr lang="en-IN" sz="1200" dirty="0"/>
              <a:t>The sum of working days is high in good weather condition where as gradually falls down as the weather falls too rainy.</a:t>
            </a:r>
          </a:p>
        </p:txBody>
      </p:sp>
      <mc:AlternateContent xmlns:mc="http://schemas.openxmlformats.org/markup-compatibility/2006" xmlns:cx1="http://schemas.microsoft.com/office/drawing/2015/9/8/chartex">
        <mc:Choice Requires="cx1">
          <p:graphicFrame>
            <p:nvGraphicFramePr>
              <p:cNvPr id="9" name="Chart 8">
                <a:extLst>
                  <a:ext uri="{FF2B5EF4-FFF2-40B4-BE49-F238E27FC236}">
                    <a16:creationId xmlns:a16="http://schemas.microsoft.com/office/drawing/2014/main" id="{AEEA5AC5-67E2-5F99-A6DF-B03F1000EEAA}"/>
                  </a:ext>
                </a:extLst>
              </p:cNvPr>
              <p:cNvGraphicFramePr/>
              <p:nvPr>
                <p:extLst>
                  <p:ext uri="{D42A27DB-BD31-4B8C-83A1-F6EECF244321}">
                    <p14:modId xmlns:p14="http://schemas.microsoft.com/office/powerpoint/2010/main" val="4050106447"/>
                  </p:ext>
                </p:extLst>
              </p:nvPr>
            </p:nvGraphicFramePr>
            <p:xfrm>
              <a:off x="569278" y="3900408"/>
              <a:ext cx="3093720" cy="2413953"/>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9" name="Chart 8">
                <a:extLst>
                  <a:ext uri="{FF2B5EF4-FFF2-40B4-BE49-F238E27FC236}">
                    <a16:creationId xmlns:a16="http://schemas.microsoft.com/office/drawing/2014/main" id="{AEEA5AC5-67E2-5F99-A6DF-B03F1000EEAA}"/>
                  </a:ext>
                </a:extLst>
              </p:cNvPr>
              <p:cNvPicPr>
                <a:picLocks noGrp="1" noRot="1" noChangeAspect="1" noMove="1" noResize="1" noEditPoints="1" noAdjustHandles="1" noChangeArrowheads="1" noChangeShapeType="1"/>
              </p:cNvPicPr>
              <p:nvPr/>
            </p:nvPicPr>
            <p:blipFill>
              <a:blip r:embed="rId3"/>
              <a:stretch>
                <a:fillRect/>
              </a:stretch>
            </p:blipFill>
            <p:spPr>
              <a:xfrm>
                <a:off x="569278" y="3900408"/>
                <a:ext cx="3093720" cy="2413953"/>
              </a:xfrm>
              <a:prstGeom prst="rect">
                <a:avLst/>
              </a:prstGeom>
            </p:spPr>
          </p:pic>
        </mc:Fallback>
      </mc:AlternateContent>
      <p:graphicFrame>
        <p:nvGraphicFramePr>
          <p:cNvPr id="11" name="Chart 10">
            <a:extLst>
              <a:ext uri="{FF2B5EF4-FFF2-40B4-BE49-F238E27FC236}">
                <a16:creationId xmlns:a16="http://schemas.microsoft.com/office/drawing/2014/main" id="{E7C59AE6-10A0-D5A7-2AAC-56735D2F88A8}"/>
              </a:ext>
            </a:extLst>
          </p:cNvPr>
          <p:cNvGraphicFramePr>
            <a:graphicFrameLocks/>
          </p:cNvGraphicFramePr>
          <p:nvPr>
            <p:extLst>
              <p:ext uri="{D42A27DB-BD31-4B8C-83A1-F6EECF244321}">
                <p14:modId xmlns:p14="http://schemas.microsoft.com/office/powerpoint/2010/main" val="1865929393"/>
              </p:ext>
            </p:extLst>
          </p:nvPr>
        </p:nvGraphicFramePr>
        <p:xfrm>
          <a:off x="7139180" y="3977522"/>
          <a:ext cx="2903152" cy="2278816"/>
        </p:xfrm>
        <a:graphic>
          <a:graphicData uri="http://schemas.openxmlformats.org/drawingml/2006/chart">
            <c:chart xmlns:c="http://schemas.openxmlformats.org/drawingml/2006/chart" xmlns:r="http://schemas.openxmlformats.org/officeDocument/2006/relationships" r:id="rId4"/>
          </a:graphicData>
        </a:graphic>
      </p:graphicFrame>
      <mc:AlternateContent xmlns:mc="http://schemas.openxmlformats.org/markup-compatibility/2006" xmlns:cx1="http://schemas.microsoft.com/office/drawing/2015/9/8/chartex">
        <mc:Choice Requires="cx1">
          <p:graphicFrame>
            <p:nvGraphicFramePr>
              <p:cNvPr id="13" name="Chart 12">
                <a:extLst>
                  <a:ext uri="{FF2B5EF4-FFF2-40B4-BE49-F238E27FC236}">
                    <a16:creationId xmlns:a16="http://schemas.microsoft.com/office/drawing/2014/main" id="{2EB8AA01-259C-1ABA-579D-3D72BBF81C78}"/>
                  </a:ext>
                </a:extLst>
              </p:cNvPr>
              <p:cNvGraphicFramePr/>
              <p:nvPr>
                <p:extLst>
                  <p:ext uri="{D42A27DB-BD31-4B8C-83A1-F6EECF244321}">
                    <p14:modId xmlns:p14="http://schemas.microsoft.com/office/powerpoint/2010/main" val="1724658145"/>
                  </p:ext>
                </p:extLst>
              </p:nvPr>
            </p:nvGraphicFramePr>
            <p:xfrm>
              <a:off x="3789921" y="3662082"/>
              <a:ext cx="3093720" cy="2743200"/>
            </p:xfrm>
            <a:graphic>
              <a:graphicData uri="http://schemas.microsoft.com/office/drawing/2014/chartex">
                <cx:chart xmlns:cx="http://schemas.microsoft.com/office/drawing/2014/chartex" xmlns:r="http://schemas.openxmlformats.org/officeDocument/2006/relationships" r:id="rId5"/>
              </a:graphicData>
            </a:graphic>
          </p:graphicFrame>
        </mc:Choice>
        <mc:Fallback xmlns="">
          <p:pic>
            <p:nvPicPr>
              <p:cNvPr id="13" name="Chart 12">
                <a:extLst>
                  <a:ext uri="{FF2B5EF4-FFF2-40B4-BE49-F238E27FC236}">
                    <a16:creationId xmlns:a16="http://schemas.microsoft.com/office/drawing/2014/main" id="{2EB8AA01-259C-1ABA-579D-3D72BBF81C78}"/>
                  </a:ext>
                </a:extLst>
              </p:cNvPr>
              <p:cNvPicPr>
                <a:picLocks noGrp="1" noRot="1" noChangeAspect="1" noMove="1" noResize="1" noEditPoints="1" noAdjustHandles="1" noChangeArrowheads="1" noChangeShapeType="1"/>
              </p:cNvPicPr>
              <p:nvPr/>
            </p:nvPicPr>
            <p:blipFill>
              <a:blip r:embed="rId6"/>
              <a:stretch>
                <a:fillRect/>
              </a:stretch>
            </p:blipFill>
            <p:spPr>
              <a:xfrm>
                <a:off x="3789921" y="3662082"/>
                <a:ext cx="3093720" cy="2743200"/>
              </a:xfrm>
              <a:prstGeom prst="rect">
                <a:avLst/>
              </a:prstGeom>
            </p:spPr>
          </p:pic>
        </mc:Fallback>
      </mc:AlternateContent>
      <mc:AlternateContent xmlns:mc="http://schemas.openxmlformats.org/markup-compatibility/2006" xmlns:cx1="http://schemas.microsoft.com/office/drawing/2015/9/8/chartex">
        <mc:Choice Requires="cx1">
          <p:graphicFrame>
            <p:nvGraphicFramePr>
              <p:cNvPr id="18" name="Chart 17">
                <a:extLst>
                  <a:ext uri="{FF2B5EF4-FFF2-40B4-BE49-F238E27FC236}">
                    <a16:creationId xmlns:a16="http://schemas.microsoft.com/office/drawing/2014/main" id="{2EB8AA01-259C-1ABA-579D-3D72BBF81C78}"/>
                  </a:ext>
                </a:extLst>
              </p:cNvPr>
              <p:cNvGraphicFramePr/>
              <p:nvPr>
                <p:extLst>
                  <p:ext uri="{D42A27DB-BD31-4B8C-83A1-F6EECF244321}">
                    <p14:modId xmlns:p14="http://schemas.microsoft.com/office/powerpoint/2010/main" val="1541214613"/>
                  </p:ext>
                </p:extLst>
              </p:nvPr>
            </p:nvGraphicFramePr>
            <p:xfrm>
              <a:off x="3886627" y="3552544"/>
              <a:ext cx="2965144" cy="2343072"/>
            </p:xfrm>
            <a:graphic>
              <a:graphicData uri="http://schemas.microsoft.com/office/drawing/2014/chartex">
                <cx:chart xmlns:cx="http://schemas.microsoft.com/office/drawing/2014/chartex" xmlns:r="http://schemas.openxmlformats.org/officeDocument/2006/relationships" r:id="rId7"/>
              </a:graphicData>
            </a:graphic>
          </p:graphicFrame>
        </mc:Choice>
        <mc:Fallback xmlns="">
          <p:pic>
            <p:nvPicPr>
              <p:cNvPr id="18" name="Chart 17">
                <a:extLst>
                  <a:ext uri="{FF2B5EF4-FFF2-40B4-BE49-F238E27FC236}">
                    <a16:creationId xmlns:a16="http://schemas.microsoft.com/office/drawing/2014/main" id="{2EB8AA01-259C-1ABA-579D-3D72BBF81C78}"/>
                  </a:ext>
                </a:extLst>
              </p:cNvPr>
              <p:cNvPicPr>
                <a:picLocks noGrp="1" noRot="1" noChangeAspect="1" noMove="1" noResize="1" noEditPoints="1" noAdjustHandles="1" noChangeArrowheads="1" noChangeShapeType="1"/>
              </p:cNvPicPr>
              <p:nvPr/>
            </p:nvPicPr>
            <p:blipFill>
              <a:blip r:embed="rId8"/>
              <a:stretch>
                <a:fillRect/>
              </a:stretch>
            </p:blipFill>
            <p:spPr>
              <a:xfrm>
                <a:off x="3886627" y="3552544"/>
                <a:ext cx="2965144" cy="2343072"/>
              </a:xfrm>
              <a:prstGeom prst="rect">
                <a:avLst/>
              </a:prstGeom>
            </p:spPr>
          </p:pic>
        </mc:Fallback>
      </mc:AlternateContent>
    </p:spTree>
    <p:extLst>
      <p:ext uri="{BB962C8B-B14F-4D97-AF65-F5344CB8AC3E}">
        <p14:creationId xmlns:p14="http://schemas.microsoft.com/office/powerpoint/2010/main" val="39436210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712D6-889B-A449-8BDD-F9A2E44508B6}"/>
              </a:ext>
            </a:extLst>
          </p:cNvPr>
          <p:cNvSpPr>
            <a:spLocks noGrp="1"/>
          </p:cNvSpPr>
          <p:nvPr>
            <p:ph type="title"/>
          </p:nvPr>
        </p:nvSpPr>
        <p:spPr/>
        <p:txBody>
          <a:bodyPr/>
          <a:lstStyle/>
          <a:p>
            <a:pPr marL="571500" indent="-571500">
              <a:buFont typeface="Wingdings" panose="05000000000000000000" pitchFamily="2" charset="2"/>
              <a:buChar char="Ø"/>
            </a:pPr>
            <a:r>
              <a:rPr lang="en-IN" sz="2000" b="1" dirty="0">
                <a:solidFill>
                  <a:schemeClr val="bg1"/>
                </a:solidFill>
              </a:rPr>
              <a:t>CORRELATION MATRIX </a:t>
            </a:r>
            <a:r>
              <a:rPr lang="en-IN" sz="2000" b="1" dirty="0">
                <a:solidFill>
                  <a:schemeClr val="bg1"/>
                </a:solidFill>
                <a:sym typeface="Wingdings" panose="05000000000000000000" pitchFamily="2" charset="2"/>
              </a:rPr>
              <a:t>B</a:t>
            </a:r>
            <a:r>
              <a:rPr lang="en-IN" sz="2000" b="1" dirty="0">
                <a:solidFill>
                  <a:schemeClr val="bg1"/>
                </a:solidFill>
              </a:rPr>
              <a:t>ike rentals (casual, registered, and total) change over time (hours), showing that registered users overwhelmingly drive total rental volume.</a:t>
            </a:r>
          </a:p>
        </p:txBody>
      </p:sp>
      <p:pic>
        <p:nvPicPr>
          <p:cNvPr id="4" name="Picture 3">
            <a:extLst>
              <a:ext uri="{FF2B5EF4-FFF2-40B4-BE49-F238E27FC236}">
                <a16:creationId xmlns:a16="http://schemas.microsoft.com/office/drawing/2014/main" id="{17F41B6B-576B-7F11-BD37-209F9258A901}"/>
              </a:ext>
            </a:extLst>
          </p:cNvPr>
          <p:cNvPicPr>
            <a:picLocks noChangeAspect="1"/>
          </p:cNvPicPr>
          <p:nvPr/>
        </p:nvPicPr>
        <p:blipFill>
          <a:blip r:embed="rId2"/>
          <a:stretch>
            <a:fillRect/>
          </a:stretch>
        </p:blipFill>
        <p:spPr>
          <a:xfrm>
            <a:off x="444004" y="1625710"/>
            <a:ext cx="4904468" cy="4304641"/>
          </a:xfrm>
          <a:prstGeom prst="rect">
            <a:avLst/>
          </a:prstGeom>
          <a:gradFill>
            <a:gsLst>
              <a:gs pos="60162">
                <a:srgbClr val="FFFF00"/>
              </a:gs>
              <a:gs pos="0">
                <a:schemeClr val="accent3">
                  <a:lumMod val="60000"/>
                  <a:lumOff val="4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pic>
      <p:sp>
        <p:nvSpPr>
          <p:cNvPr id="6" name="TextBox 5">
            <a:extLst>
              <a:ext uri="{FF2B5EF4-FFF2-40B4-BE49-F238E27FC236}">
                <a16:creationId xmlns:a16="http://schemas.microsoft.com/office/drawing/2014/main" id="{71787C94-0EC3-3035-6AC2-29606C3AFC02}"/>
              </a:ext>
            </a:extLst>
          </p:cNvPr>
          <p:cNvSpPr txBox="1"/>
          <p:nvPr/>
        </p:nvSpPr>
        <p:spPr>
          <a:xfrm>
            <a:off x="5550579" y="1792224"/>
            <a:ext cx="6540573" cy="2123658"/>
          </a:xfrm>
          <a:prstGeom prst="rect">
            <a:avLst/>
          </a:prstGeom>
          <a:noFill/>
        </p:spPr>
        <p:txBody>
          <a:bodyPr wrap="none" rtlCol="0">
            <a:spAutoFit/>
          </a:bodyPr>
          <a:lstStyle/>
          <a:p>
            <a:pPr marL="285750" indent="-285750">
              <a:buFont typeface="Wingdings" panose="05000000000000000000" pitchFamily="2" charset="2"/>
              <a:buChar char="q"/>
            </a:pPr>
            <a:r>
              <a:rPr lang="en-IN" sz="1100" b="1" dirty="0"/>
              <a:t>Total Users vs. Registered Users (0.988)</a:t>
            </a:r>
          </a:p>
          <a:p>
            <a:pPr lvl="0"/>
            <a:r>
              <a:rPr lang="en-IN" sz="1100" b="1" dirty="0"/>
              <a:t>Strongest Relationship:</a:t>
            </a:r>
            <a:r>
              <a:rPr lang="en-IN" sz="1100" dirty="0"/>
              <a:t> </a:t>
            </a:r>
            <a:r>
              <a:rPr lang="en-IN" sz="1100" b="1" dirty="0"/>
              <a:t>Registered users are the main drivers of total rental volume.</a:t>
            </a:r>
          </a:p>
          <a:p>
            <a:pPr lvl="0"/>
            <a:endParaRPr lang="en-IN" sz="1100" b="1" dirty="0"/>
          </a:p>
          <a:p>
            <a:pPr lvl="0"/>
            <a:endParaRPr lang="en-IN" sz="1100" dirty="0"/>
          </a:p>
          <a:p>
            <a:pPr marL="285750" indent="-285750">
              <a:buFont typeface="Wingdings" panose="05000000000000000000" pitchFamily="2" charset="2"/>
              <a:buChar char="q"/>
            </a:pPr>
            <a:r>
              <a:rPr lang="en-IN" sz="1100" b="1" dirty="0"/>
              <a:t>Hours vs. Casual Users (0.566) &amp; Total Users (0.513)</a:t>
            </a:r>
          </a:p>
          <a:p>
            <a:pPr lvl="0"/>
            <a:r>
              <a:rPr lang="en-IN" sz="1100" b="1" dirty="0"/>
              <a:t>Moderate Relationship:</a:t>
            </a:r>
            <a:r>
              <a:rPr lang="en-IN" sz="1100" dirty="0"/>
              <a:t> </a:t>
            </a:r>
            <a:r>
              <a:rPr lang="en-IN" sz="1100" b="1" dirty="0"/>
              <a:t>There is a clear connection between the time of day and bike usage.</a:t>
            </a:r>
          </a:p>
          <a:p>
            <a:pPr lvl="0"/>
            <a:endParaRPr lang="en-IN" sz="1100" b="1" dirty="0"/>
          </a:p>
          <a:p>
            <a:pPr lvl="0"/>
            <a:endParaRPr lang="en-IN" sz="1100" b="1" dirty="0"/>
          </a:p>
          <a:p>
            <a:pPr marL="285750" indent="-285750">
              <a:buFont typeface="Wingdings" panose="05000000000000000000" pitchFamily="2" charset="2"/>
              <a:buChar char="q"/>
            </a:pPr>
            <a:r>
              <a:rPr lang="en-IN" sz="1100" b="1" dirty="0"/>
              <a:t>Hours vs. Registered Users (0.439)</a:t>
            </a:r>
          </a:p>
          <a:p>
            <a:pPr lvl="0"/>
            <a:r>
              <a:rPr lang="en-IN" sz="1100" b="1" dirty="0"/>
              <a:t>Moderate-to-Weak Relationship:</a:t>
            </a:r>
            <a:r>
              <a:rPr lang="en-IN" sz="1100" dirty="0"/>
              <a:t> </a:t>
            </a:r>
            <a:r>
              <a:rPr lang="en-IN" sz="1100" b="1" dirty="0"/>
              <a:t>Lower impact on registered users compared to casual users.</a:t>
            </a:r>
          </a:p>
          <a:p>
            <a:pPr lvl="0"/>
            <a:endParaRPr lang="en-IN" sz="1100" b="1" dirty="0"/>
          </a:p>
          <a:p>
            <a:pPr lvl="0"/>
            <a:endParaRPr lang="en-IN" sz="1100" b="1" dirty="0"/>
          </a:p>
        </p:txBody>
      </p:sp>
      <p:sp>
        <p:nvSpPr>
          <p:cNvPr id="7" name="TextBox 6">
            <a:extLst>
              <a:ext uri="{FF2B5EF4-FFF2-40B4-BE49-F238E27FC236}">
                <a16:creationId xmlns:a16="http://schemas.microsoft.com/office/drawing/2014/main" id="{0C6CBCC6-300B-D75C-CC24-7AD40ECC9E6A}"/>
              </a:ext>
            </a:extLst>
          </p:cNvPr>
          <p:cNvSpPr txBox="1"/>
          <p:nvPr/>
        </p:nvSpPr>
        <p:spPr>
          <a:xfrm>
            <a:off x="5523318" y="3978115"/>
            <a:ext cx="6492483" cy="1277273"/>
          </a:xfrm>
          <a:prstGeom prst="rect">
            <a:avLst/>
          </a:prstGeom>
          <a:noFill/>
        </p:spPr>
        <p:txBody>
          <a:bodyPr wrap="none" rtlCol="0">
            <a:spAutoFit/>
          </a:bodyPr>
          <a:lstStyle/>
          <a:p>
            <a:pPr marL="285750" indent="-285750">
              <a:buFont typeface="Wingdings" panose="05000000000000000000" pitchFamily="2" charset="2"/>
              <a:buChar char="q"/>
            </a:pPr>
            <a:r>
              <a:rPr lang="en-IN" sz="1100" b="1" dirty="0"/>
              <a:t>Casual Users vs. Total Users (0.365)</a:t>
            </a:r>
          </a:p>
          <a:p>
            <a:pPr lvl="0"/>
            <a:r>
              <a:rPr lang="en-IN" sz="1100" b="1" dirty="0"/>
              <a:t>Weak Relationship:</a:t>
            </a:r>
            <a:r>
              <a:rPr lang="en-IN" sz="1100" dirty="0"/>
              <a:t> </a:t>
            </a:r>
            <a:r>
              <a:rPr lang="en-IN" sz="1100" b="1" dirty="0"/>
              <a:t>Changes in casual users do not strongly track with changes in total users.</a:t>
            </a:r>
          </a:p>
          <a:p>
            <a:pPr lvl="0"/>
            <a:endParaRPr lang="en-IN" sz="1100" b="1" dirty="0"/>
          </a:p>
          <a:p>
            <a:pPr lvl="0"/>
            <a:endParaRPr lang="en-IN" sz="1100" b="1" dirty="0"/>
          </a:p>
          <a:p>
            <a:pPr marL="285750" indent="-285750">
              <a:buFont typeface="Wingdings" panose="05000000000000000000" pitchFamily="2" charset="2"/>
              <a:buChar char="q"/>
            </a:pPr>
            <a:r>
              <a:rPr lang="en-IN" sz="1100" b="1" dirty="0"/>
              <a:t>Registered Users vs. Casual Users (0.235)</a:t>
            </a:r>
          </a:p>
          <a:p>
            <a:pPr lvl="0"/>
            <a:r>
              <a:rPr lang="en-IN" sz="1100" b="1" dirty="0"/>
              <a:t>Weakest Relationship:</a:t>
            </a:r>
            <a:r>
              <a:rPr lang="en-IN" sz="1100" dirty="0"/>
              <a:t> </a:t>
            </a:r>
            <a:r>
              <a:rPr lang="en-IN" sz="1100" b="1" dirty="0"/>
              <a:t>Behaviour of registered riders and casual riders is mostly independent.</a:t>
            </a:r>
          </a:p>
          <a:p>
            <a:endParaRPr lang="en-IN" sz="1100" dirty="0"/>
          </a:p>
        </p:txBody>
      </p:sp>
    </p:spTree>
    <p:extLst>
      <p:ext uri="{BB962C8B-B14F-4D97-AF65-F5344CB8AC3E}">
        <p14:creationId xmlns:p14="http://schemas.microsoft.com/office/powerpoint/2010/main" val="21113448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FB452-3983-95DD-DB21-809CB66263E4}"/>
              </a:ext>
            </a:extLst>
          </p:cNvPr>
          <p:cNvSpPr>
            <a:spLocks noGrp="1"/>
          </p:cNvSpPr>
          <p:nvPr>
            <p:ph type="title"/>
          </p:nvPr>
        </p:nvSpPr>
        <p:spPr/>
        <p:txBody>
          <a:bodyPr>
            <a:normAutofit fontScale="90000"/>
          </a:bodyPr>
          <a:lstStyle/>
          <a:p>
            <a:pPr marL="571500" indent="-571500">
              <a:buFont typeface="Wingdings" panose="05000000000000000000" pitchFamily="2" charset="2"/>
              <a:buChar char="Ø"/>
            </a:pPr>
            <a:r>
              <a:rPr lang="en-IN" sz="2400" b="1" dirty="0"/>
              <a:t>Total Count of Customers based on a hierarchy of contributing factors: Weather Situation, Month, and Day Type </a:t>
            </a:r>
            <a:r>
              <a:rPr lang="en-IN" sz="2400" b="1" dirty="0">
                <a:sym typeface="Wingdings" panose="05000000000000000000" pitchFamily="2" charset="2"/>
              </a:rPr>
              <a:t></a:t>
            </a:r>
            <a:br>
              <a:rPr lang="en-IN" sz="2400" b="1" dirty="0">
                <a:sym typeface="Wingdings" panose="05000000000000000000" pitchFamily="2" charset="2"/>
              </a:rPr>
            </a:br>
            <a:br>
              <a:rPr lang="en-IN" sz="2800" dirty="0"/>
            </a:br>
            <a:endParaRPr lang="en-IN" sz="2800" dirty="0"/>
          </a:p>
        </p:txBody>
      </p:sp>
      <mc:AlternateContent xmlns:mc="http://schemas.openxmlformats.org/markup-compatibility/2006" xmlns:cx1="http://schemas.microsoft.com/office/drawing/2015/9/8/chartex">
        <mc:Choice Requires="cx1">
          <p:graphicFrame>
            <p:nvGraphicFramePr>
              <p:cNvPr id="3" name="Chart 2">
                <a:extLst>
                  <a:ext uri="{FF2B5EF4-FFF2-40B4-BE49-F238E27FC236}">
                    <a16:creationId xmlns:a16="http://schemas.microsoft.com/office/drawing/2014/main" id="{D88174C0-2892-B0E7-DFA8-26A25C97B5B9}"/>
                  </a:ext>
                </a:extLst>
              </p:cNvPr>
              <p:cNvGraphicFramePr/>
              <p:nvPr>
                <p:extLst>
                  <p:ext uri="{D42A27DB-BD31-4B8C-83A1-F6EECF244321}">
                    <p14:modId xmlns:p14="http://schemas.microsoft.com/office/powerpoint/2010/main" val="751696797"/>
                  </p:ext>
                </p:extLst>
              </p:nvPr>
            </p:nvGraphicFramePr>
            <p:xfrm>
              <a:off x="3775842" y="1387366"/>
              <a:ext cx="8219090" cy="5202621"/>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3" name="Chart 2">
                <a:extLst>
                  <a:ext uri="{FF2B5EF4-FFF2-40B4-BE49-F238E27FC236}">
                    <a16:creationId xmlns:a16="http://schemas.microsoft.com/office/drawing/2014/main" id="{D88174C0-2892-B0E7-DFA8-26A25C97B5B9}"/>
                  </a:ext>
                </a:extLst>
              </p:cNvPr>
              <p:cNvPicPr>
                <a:picLocks noGrp="1" noRot="1" noChangeAspect="1" noMove="1" noResize="1" noEditPoints="1" noAdjustHandles="1" noChangeArrowheads="1" noChangeShapeType="1"/>
              </p:cNvPicPr>
              <p:nvPr/>
            </p:nvPicPr>
            <p:blipFill>
              <a:blip r:embed="rId3"/>
              <a:stretch>
                <a:fillRect/>
              </a:stretch>
            </p:blipFill>
            <p:spPr>
              <a:xfrm>
                <a:off x="3775842" y="1387366"/>
                <a:ext cx="8219090" cy="5202621"/>
              </a:xfrm>
              <a:prstGeom prst="rect">
                <a:avLst/>
              </a:prstGeom>
            </p:spPr>
          </p:pic>
        </mc:Fallback>
      </mc:AlternateContent>
      <p:sp>
        <p:nvSpPr>
          <p:cNvPr id="4" name="TextBox 3">
            <a:extLst>
              <a:ext uri="{FF2B5EF4-FFF2-40B4-BE49-F238E27FC236}">
                <a16:creationId xmlns:a16="http://schemas.microsoft.com/office/drawing/2014/main" id="{671B9BC4-2EB5-0F3C-6AC5-B46ECF564543}"/>
              </a:ext>
            </a:extLst>
          </p:cNvPr>
          <p:cNvSpPr txBox="1"/>
          <p:nvPr/>
        </p:nvSpPr>
        <p:spPr>
          <a:xfrm>
            <a:off x="378373" y="2026669"/>
            <a:ext cx="3397469" cy="4247317"/>
          </a:xfrm>
          <a:prstGeom prst="rect">
            <a:avLst/>
          </a:prstGeom>
          <a:noFill/>
        </p:spPr>
        <p:txBody>
          <a:bodyPr wrap="square" rtlCol="0">
            <a:spAutoFit/>
          </a:bodyPr>
          <a:lstStyle/>
          <a:p>
            <a:pPr marL="285750" lvl="0" indent="-285750">
              <a:buFont typeface="Wingdings" panose="05000000000000000000" pitchFamily="2" charset="2"/>
              <a:buChar char="q"/>
            </a:pPr>
            <a:r>
              <a:rPr lang="en-IN" b="1" dirty="0">
                <a:solidFill>
                  <a:schemeClr val="accent2"/>
                </a:solidFill>
              </a:rPr>
              <a:t>The Main Metric:</a:t>
            </a:r>
            <a:r>
              <a:rPr lang="en-IN" dirty="0"/>
              <a:t> The size (and often colour) of the rectangles represents the volume of customers.</a:t>
            </a:r>
          </a:p>
          <a:p>
            <a:pPr marL="285750" lvl="0" indent="-285750">
              <a:buFont typeface="Wingdings" panose="05000000000000000000" pitchFamily="2" charset="2"/>
              <a:buChar char="q"/>
            </a:pPr>
            <a:endParaRPr lang="en-IN" dirty="0"/>
          </a:p>
          <a:p>
            <a:pPr marL="285750" lvl="0" indent="-285750">
              <a:buFont typeface="Wingdings" panose="05000000000000000000" pitchFamily="2" charset="2"/>
              <a:buChar char="q"/>
            </a:pPr>
            <a:endParaRPr lang="en-IN" dirty="0"/>
          </a:p>
          <a:p>
            <a:pPr marL="285750" lvl="0" indent="-285750">
              <a:buFont typeface="Wingdings" panose="05000000000000000000" pitchFamily="2" charset="2"/>
              <a:buChar char="q"/>
            </a:pPr>
            <a:r>
              <a:rPr lang="en-IN" b="1" dirty="0">
                <a:solidFill>
                  <a:schemeClr val="accent2"/>
                </a:solidFill>
              </a:rPr>
              <a:t>The Categorical Drivers:</a:t>
            </a:r>
            <a:r>
              <a:rPr lang="en-IN" dirty="0"/>
              <a:t> The nested structure breaks down exactly which combinations of weather, time of year, and day types yield the highest or lowest customer traffic.</a:t>
            </a:r>
          </a:p>
          <a:p>
            <a:endParaRPr lang="en-IN" dirty="0"/>
          </a:p>
        </p:txBody>
      </p:sp>
    </p:spTree>
    <p:extLst>
      <p:ext uri="{BB962C8B-B14F-4D97-AF65-F5344CB8AC3E}">
        <p14:creationId xmlns:p14="http://schemas.microsoft.com/office/powerpoint/2010/main" val="16885691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059A6-8A5B-B044-0A83-828CB3C39E85}"/>
              </a:ext>
            </a:extLst>
          </p:cNvPr>
          <p:cNvSpPr>
            <a:spLocks noGrp="1"/>
          </p:cNvSpPr>
          <p:nvPr>
            <p:ph type="title"/>
          </p:nvPr>
        </p:nvSpPr>
        <p:spPr>
          <a:xfrm>
            <a:off x="780393" y="452718"/>
            <a:ext cx="9270441" cy="1013475"/>
          </a:xfrm>
        </p:spPr>
        <p:txBody>
          <a:bodyPr>
            <a:normAutofit fontScale="90000"/>
          </a:bodyPr>
          <a:lstStyle/>
          <a:p>
            <a:pPr marL="571500" indent="-571500">
              <a:buFont typeface="Wingdings" panose="05000000000000000000" pitchFamily="2" charset="2"/>
              <a:buChar char="Ø"/>
            </a:pPr>
            <a:r>
              <a:rPr lang="en-IN" sz="3600" b="1" dirty="0">
                <a:solidFill>
                  <a:schemeClr val="accent2">
                    <a:lumMod val="60000"/>
                    <a:lumOff val="40000"/>
                  </a:schemeClr>
                </a:solidFill>
                <a:latin typeface="Algerian" panose="04020705040A02060702" pitchFamily="82" charset="0"/>
              </a:rPr>
              <a:t>INTERACTIVE DASHBOARDS </a:t>
            </a:r>
            <a:r>
              <a:rPr lang="en-IN" sz="3600" b="1" dirty="0">
                <a:solidFill>
                  <a:schemeClr val="accent2">
                    <a:lumMod val="60000"/>
                    <a:lumOff val="40000"/>
                  </a:schemeClr>
                </a:solidFill>
                <a:latin typeface="Algerian" panose="04020705040A02060702" pitchFamily="82" charset="0"/>
                <a:sym typeface="Wingdings" panose="05000000000000000000" pitchFamily="2" charset="2"/>
              </a:rPr>
              <a:t></a:t>
            </a:r>
            <a:br>
              <a:rPr lang="en-IN" sz="3600" b="1" dirty="0">
                <a:solidFill>
                  <a:schemeClr val="accent2">
                    <a:lumMod val="60000"/>
                    <a:lumOff val="40000"/>
                  </a:schemeClr>
                </a:solidFill>
                <a:latin typeface="Algerian" panose="04020705040A02060702" pitchFamily="82" charset="0"/>
                <a:sym typeface="Wingdings" panose="05000000000000000000" pitchFamily="2" charset="2"/>
              </a:rPr>
            </a:br>
            <a:endParaRPr lang="en-IN" sz="3600" b="1" dirty="0">
              <a:solidFill>
                <a:schemeClr val="accent2">
                  <a:lumMod val="60000"/>
                  <a:lumOff val="40000"/>
                </a:schemeClr>
              </a:solidFill>
              <a:latin typeface="Algerian" panose="04020705040A02060702" pitchFamily="82" charset="0"/>
            </a:endParaRPr>
          </a:p>
        </p:txBody>
      </p:sp>
      <p:sp>
        <p:nvSpPr>
          <p:cNvPr id="5" name="TextBox 4">
            <a:extLst>
              <a:ext uri="{FF2B5EF4-FFF2-40B4-BE49-F238E27FC236}">
                <a16:creationId xmlns:a16="http://schemas.microsoft.com/office/drawing/2014/main" id="{0E1752D9-058B-B1CD-BBF9-D8E0C9FAEB4E}"/>
              </a:ext>
            </a:extLst>
          </p:cNvPr>
          <p:cNvSpPr txBox="1"/>
          <p:nvPr/>
        </p:nvSpPr>
        <p:spPr>
          <a:xfrm>
            <a:off x="441434" y="1797269"/>
            <a:ext cx="11556125" cy="5016758"/>
          </a:xfrm>
          <a:prstGeom prst="rect">
            <a:avLst/>
          </a:prstGeom>
          <a:noFill/>
        </p:spPr>
        <p:txBody>
          <a:bodyPr wrap="square" rtlCol="0">
            <a:spAutoFit/>
          </a:bodyPr>
          <a:lstStyle/>
          <a:p>
            <a:pPr marL="285750" indent="-285750">
              <a:buFont typeface="Wingdings" panose="05000000000000000000" pitchFamily="2" charset="2"/>
              <a:buChar char="q"/>
            </a:pPr>
            <a:r>
              <a:rPr lang="en-IN" sz="2000" dirty="0"/>
              <a:t>It uses </a:t>
            </a:r>
            <a:r>
              <a:rPr lang="en-IN" sz="2000" b="1" dirty="0"/>
              <a:t>Dynamic Data Visualizations and Business Intelligence</a:t>
            </a:r>
            <a:r>
              <a:rPr lang="en-IN" sz="2000" dirty="0"/>
              <a:t> to describe the Components , Features and Data Structures.</a:t>
            </a:r>
          </a:p>
          <a:p>
            <a:pPr marL="285750" indent="-285750">
              <a:buFont typeface="Wingdings" panose="05000000000000000000" pitchFamily="2" charset="2"/>
              <a:buChar char="q"/>
            </a:pPr>
            <a:endParaRPr lang="en-IN" sz="2000" dirty="0"/>
          </a:p>
          <a:p>
            <a:pPr marL="285750" indent="-285750">
              <a:buFont typeface="Wingdings" panose="05000000000000000000" pitchFamily="2" charset="2"/>
              <a:buChar char="q"/>
            </a:pPr>
            <a:r>
              <a:rPr lang="en-IN" sz="2000" b="1" dirty="0"/>
              <a:t>Core Dashboard Elements </a:t>
            </a:r>
            <a:r>
              <a:rPr lang="en-IN" sz="2000" b="1" dirty="0">
                <a:sym typeface="Wingdings" panose="05000000000000000000" pitchFamily="2" charset="2"/>
              </a:rPr>
              <a:t></a:t>
            </a:r>
          </a:p>
          <a:p>
            <a:pPr marL="400050" indent="-400050">
              <a:buFont typeface="+mj-lt"/>
              <a:buAutoNum type="romanUcPeriod"/>
            </a:pPr>
            <a:r>
              <a:rPr lang="en-IN" sz="2000" dirty="0">
                <a:sym typeface="Wingdings" panose="05000000000000000000" pitchFamily="2" charset="2"/>
              </a:rPr>
              <a:t>A single consolidate screen view displaying .</a:t>
            </a:r>
          </a:p>
          <a:p>
            <a:pPr marL="342900" indent="-342900">
              <a:buFont typeface="+mj-lt"/>
              <a:buAutoNum type="romanUcPeriod"/>
            </a:pPr>
            <a:r>
              <a:rPr lang="en-IN" sz="2000" dirty="0">
                <a:sym typeface="Wingdings" panose="05000000000000000000" pitchFamily="2" charset="2"/>
              </a:rPr>
              <a:t>4 to 5 Interactive and Highlighting KPI – Key Performance Indicators</a:t>
            </a:r>
          </a:p>
          <a:p>
            <a:pPr marL="342900" indent="-342900">
              <a:buFont typeface="+mj-lt"/>
              <a:buAutoNum type="romanUcPeriod"/>
            </a:pPr>
            <a:r>
              <a:rPr lang="en-IN" sz="2000" dirty="0">
                <a:sym typeface="Wingdings" panose="05000000000000000000" pitchFamily="2" charset="2"/>
              </a:rPr>
              <a:t>Line Chart , Bar Graphs , Pivot Charts </a:t>
            </a:r>
          </a:p>
          <a:p>
            <a:pPr marL="342900" indent="-342900">
              <a:buFont typeface="+mj-lt"/>
              <a:buAutoNum type="romanUcPeriod"/>
            </a:pPr>
            <a:r>
              <a:rPr lang="en-IN" sz="2000" dirty="0">
                <a:sym typeface="Wingdings" panose="05000000000000000000" pitchFamily="2" charset="2"/>
              </a:rPr>
              <a:t>Slicers – A visible on screen panel or button control used to filter table and chart data by specific categories.</a:t>
            </a:r>
          </a:p>
          <a:p>
            <a:pPr marL="342900" indent="-342900">
              <a:buFont typeface="+mj-lt"/>
              <a:buAutoNum type="romanUcPeriod"/>
            </a:pPr>
            <a:r>
              <a:rPr lang="en-IN" sz="2000" dirty="0">
                <a:sym typeface="Wingdings" panose="05000000000000000000" pitchFamily="2" charset="2"/>
              </a:rPr>
              <a:t>Parameter controls or Timeline Slicers : Interactive widgets the lets to adjust date ranges , variables or thresholds dynamically.</a:t>
            </a:r>
          </a:p>
          <a:p>
            <a:pPr marL="342900" indent="-342900">
              <a:buFont typeface="+mj-lt"/>
              <a:buAutoNum type="romanUcPeriod"/>
            </a:pPr>
            <a:r>
              <a:rPr lang="en-IN" sz="2000" dirty="0">
                <a:sym typeface="Wingdings" panose="05000000000000000000" pitchFamily="2" charset="2"/>
              </a:rPr>
              <a:t>Forecasting charts are also added .</a:t>
            </a:r>
          </a:p>
          <a:p>
            <a:pPr marL="342900" indent="-342900">
              <a:buFont typeface="+mj-lt"/>
              <a:buAutoNum type="romanUcPeriod"/>
            </a:pPr>
            <a:endParaRPr lang="en-IN" sz="2000" dirty="0">
              <a:sym typeface="Wingdings" panose="05000000000000000000" pitchFamily="2" charset="2"/>
            </a:endParaRPr>
          </a:p>
          <a:p>
            <a:pPr marL="400050" indent="-400050">
              <a:buFont typeface="Wingdings" panose="05000000000000000000" pitchFamily="2" charset="2"/>
              <a:buChar char="q"/>
            </a:pPr>
            <a:r>
              <a:rPr lang="en-IN" sz="2000" dirty="0">
                <a:sym typeface="Wingdings" panose="05000000000000000000" pitchFamily="2" charset="2"/>
              </a:rPr>
              <a:t>These filters are also known as  </a:t>
            </a:r>
            <a:r>
              <a:rPr lang="en-IN" sz="2000" b="1" dirty="0">
                <a:sym typeface="Wingdings" panose="05000000000000000000" pitchFamily="2" charset="2"/>
              </a:rPr>
              <a:t>Interactive and Analytical Functions</a:t>
            </a:r>
            <a:r>
              <a:rPr lang="en-IN" sz="2000" dirty="0">
                <a:sym typeface="Wingdings" panose="05000000000000000000" pitchFamily="2" charset="2"/>
              </a:rPr>
              <a:t> of the Dashboards.</a:t>
            </a:r>
          </a:p>
          <a:p>
            <a:r>
              <a:rPr lang="en-IN" sz="2000" dirty="0">
                <a:sym typeface="Wingdings" panose="05000000000000000000" pitchFamily="2" charset="2"/>
              </a:rPr>
              <a:t>             </a:t>
            </a:r>
            <a:endParaRPr lang="en-IN" sz="2000" dirty="0"/>
          </a:p>
          <a:p>
            <a:endParaRPr lang="en-IN" sz="2000" dirty="0"/>
          </a:p>
        </p:txBody>
      </p:sp>
    </p:spTree>
    <p:extLst>
      <p:ext uri="{BB962C8B-B14F-4D97-AF65-F5344CB8AC3E}">
        <p14:creationId xmlns:p14="http://schemas.microsoft.com/office/powerpoint/2010/main" val="3618964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20B75-58F4-9A38-68E3-6ADBD55D110F}"/>
              </a:ext>
            </a:extLst>
          </p:cNvPr>
          <p:cNvSpPr>
            <a:spLocks noGrp="1"/>
          </p:cNvSpPr>
          <p:nvPr>
            <p:ph type="title"/>
          </p:nvPr>
        </p:nvSpPr>
        <p:spPr/>
        <p:txBody>
          <a:bodyPr/>
          <a:lstStyle/>
          <a:p>
            <a:pPr marL="571500" indent="-571500">
              <a:buFont typeface="Wingdings" panose="05000000000000000000" pitchFamily="2" charset="2"/>
              <a:buChar char="Ø"/>
            </a:pPr>
            <a:r>
              <a:rPr lang="en-IN" sz="3600" b="1" dirty="0">
                <a:latin typeface="Algerian" panose="04020705040A02060702" pitchFamily="82" charset="0"/>
              </a:rPr>
              <a:t>DASHBORAD ELEMENTS </a:t>
            </a:r>
            <a:r>
              <a:rPr lang="en-IN" sz="3600" b="1" dirty="0">
                <a:latin typeface="Algerian" panose="04020705040A02060702" pitchFamily="82" charset="0"/>
                <a:sym typeface="Wingdings" panose="05000000000000000000" pitchFamily="2" charset="2"/>
              </a:rPr>
              <a:t></a:t>
            </a:r>
            <a:endParaRPr lang="en-IN" b="1" dirty="0">
              <a:latin typeface="Algerian" panose="04020705040A02060702" pitchFamily="82" charset="0"/>
            </a:endParaRPr>
          </a:p>
        </p:txBody>
      </p:sp>
      <p:sp>
        <p:nvSpPr>
          <p:cNvPr id="4" name="Arrow: Pentagon 3">
            <a:extLst>
              <a:ext uri="{FF2B5EF4-FFF2-40B4-BE49-F238E27FC236}">
                <a16:creationId xmlns:a16="http://schemas.microsoft.com/office/drawing/2014/main" id="{A578B570-0885-3099-C142-E50FB690DA7A}"/>
              </a:ext>
            </a:extLst>
          </p:cNvPr>
          <p:cNvSpPr/>
          <p:nvPr/>
        </p:nvSpPr>
        <p:spPr>
          <a:xfrm>
            <a:off x="204954" y="1132922"/>
            <a:ext cx="9719440" cy="614854"/>
          </a:xfrm>
          <a:prstGeom prst="homePlat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IN" sz="2000" b="1" dirty="0">
                <a:solidFill>
                  <a:schemeClr val="tx2"/>
                </a:solidFill>
                <a:latin typeface="Algerian" panose="04020705040A02060702" pitchFamily="82" charset="0"/>
              </a:rPr>
              <a:t>BIKE</a:t>
            </a:r>
            <a:r>
              <a:rPr lang="en-IN" sz="2000" b="1" dirty="0">
                <a:solidFill>
                  <a:srgbClr val="FFC000"/>
                </a:solidFill>
                <a:latin typeface="Algerian" panose="04020705040A02060702" pitchFamily="82" charset="0"/>
              </a:rPr>
              <a:t> </a:t>
            </a:r>
            <a:r>
              <a:rPr lang="en-IN" sz="2000" b="1" dirty="0">
                <a:solidFill>
                  <a:schemeClr val="tx2"/>
                </a:solidFill>
                <a:latin typeface="Algerian" panose="04020705040A02060702" pitchFamily="82" charset="0"/>
              </a:rPr>
              <a:t>RENTALS DEMAND</a:t>
            </a:r>
            <a:r>
              <a:rPr lang="en-IN" sz="2000" b="1" baseline="0" dirty="0">
                <a:solidFill>
                  <a:schemeClr val="tx2"/>
                </a:solidFill>
                <a:latin typeface="Algerian" panose="04020705040A02060702" pitchFamily="82" charset="0"/>
              </a:rPr>
              <a:t> ANALYSIS</a:t>
            </a:r>
            <a:r>
              <a:rPr lang="en-IN" sz="1200" baseline="0" dirty="0">
                <a:solidFill>
                  <a:srgbClr val="FFC000"/>
                </a:solidFill>
                <a:latin typeface="Algerian" panose="04020705040A02060702" pitchFamily="82" charset="0"/>
              </a:rPr>
              <a:t> </a:t>
            </a:r>
            <a:endParaRPr lang="en-IN" sz="1200" dirty="0">
              <a:solidFill>
                <a:srgbClr val="FFC000"/>
              </a:solidFill>
              <a:latin typeface="Algerian" panose="04020705040A02060702" pitchFamily="82" charset="0"/>
            </a:endParaRPr>
          </a:p>
        </p:txBody>
      </p:sp>
      <p:pic>
        <p:nvPicPr>
          <p:cNvPr id="5" name="Picture 4">
            <a:extLst>
              <a:ext uri="{FF2B5EF4-FFF2-40B4-BE49-F238E27FC236}">
                <a16:creationId xmlns:a16="http://schemas.microsoft.com/office/drawing/2014/main" id="{D5F814DB-7C25-C61E-84CC-7B9E05F4A1A4}"/>
              </a:ext>
            </a:extLst>
          </p:cNvPr>
          <p:cNvPicPr>
            <a:picLocks noChangeAspect="1"/>
          </p:cNvPicPr>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227255" y="1144393"/>
            <a:ext cx="600730" cy="591913"/>
          </a:xfrm>
          <a:prstGeom prst="rect">
            <a:avLst/>
          </a:prstGeom>
        </p:spPr>
      </p:pic>
      <p:pic>
        <p:nvPicPr>
          <p:cNvPr id="6" name="Picture 5">
            <a:extLst>
              <a:ext uri="{FF2B5EF4-FFF2-40B4-BE49-F238E27FC236}">
                <a16:creationId xmlns:a16="http://schemas.microsoft.com/office/drawing/2014/main" id="{CE51CBBB-D5C5-92AD-9F7D-034CC3F41991}"/>
              </a:ext>
            </a:extLst>
          </p:cNvPr>
          <p:cNvPicPr>
            <a:picLocks noChangeAspect="1"/>
          </p:cNvPicPr>
          <p:nvPr/>
        </p:nvPicPr>
        <p:blipFill>
          <a:blip r:embed="rId4" cstate="print">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flipH="1">
            <a:off x="6030915" y="1157208"/>
            <a:ext cx="620485" cy="573315"/>
          </a:xfrm>
          <a:prstGeom prst="rect">
            <a:avLst/>
          </a:prstGeom>
        </p:spPr>
      </p:pic>
      <p:pic>
        <p:nvPicPr>
          <p:cNvPr id="7" name="Picture 6">
            <a:extLst>
              <a:ext uri="{FF2B5EF4-FFF2-40B4-BE49-F238E27FC236}">
                <a16:creationId xmlns:a16="http://schemas.microsoft.com/office/drawing/2014/main" id="{DB1CEFF1-5C95-ECC8-B630-D613B67B16C7}"/>
              </a:ext>
            </a:extLst>
          </p:cNvPr>
          <p:cNvPicPr>
            <a:picLocks noChangeAspect="1"/>
          </p:cNvPicPr>
          <p:nvPr/>
        </p:nvPicPr>
        <p:blipFill>
          <a:blip r:embed="rId6" cstate="print">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6938329" y="1177381"/>
            <a:ext cx="522513" cy="566058"/>
          </a:xfrm>
          <a:prstGeom prst="rect">
            <a:avLst/>
          </a:prstGeom>
        </p:spPr>
      </p:pic>
      <p:pic>
        <p:nvPicPr>
          <p:cNvPr id="8" name="Picture 7">
            <a:extLst>
              <a:ext uri="{FF2B5EF4-FFF2-40B4-BE49-F238E27FC236}">
                <a16:creationId xmlns:a16="http://schemas.microsoft.com/office/drawing/2014/main" id="{F9C67CE9-3F9A-53DC-5021-96B5C2FE91B1}"/>
              </a:ext>
            </a:extLst>
          </p:cNvPr>
          <p:cNvPicPr>
            <a:picLocks noChangeAspect="1"/>
          </p:cNvPicPr>
          <p:nvPr/>
        </p:nvPicPr>
        <p:blipFill>
          <a:blip r:embed="rId8" cstate="print">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7747771" y="1157639"/>
            <a:ext cx="624114" cy="571491"/>
          </a:xfrm>
          <a:prstGeom prst="rect">
            <a:avLst/>
          </a:prstGeom>
        </p:spPr>
      </p:pic>
      <p:pic>
        <p:nvPicPr>
          <p:cNvPr id="9" name="Picture 8">
            <a:extLst>
              <a:ext uri="{FF2B5EF4-FFF2-40B4-BE49-F238E27FC236}">
                <a16:creationId xmlns:a16="http://schemas.microsoft.com/office/drawing/2014/main" id="{62CBF3C1-05B1-F8BA-CB31-F843FE8DC7BC}"/>
              </a:ext>
            </a:extLst>
          </p:cNvPr>
          <p:cNvPicPr>
            <a:picLocks noChangeAspect="1"/>
          </p:cNvPicPr>
          <p:nvPr/>
        </p:nvPicPr>
        <p:blipFill>
          <a:blip r:embed="rId10" cstate="print">
            <a:extLst>
              <a:ext uri="{28A0092B-C50C-407E-A947-70E740481C1C}">
                <a14:useLocalDpi xmlns:a14="http://schemas.microsoft.com/office/drawing/2010/main" val="0"/>
              </a:ext>
              <a:ext uri="{837473B0-CC2E-450A-ABE3-18F120FF3D39}">
                <a1611:picAttrSrcUrl xmlns:a1611="http://schemas.microsoft.com/office/drawing/2016/11/main" r:id="rId11"/>
              </a:ext>
            </a:extLst>
          </a:blip>
          <a:stretch>
            <a:fillRect/>
          </a:stretch>
        </p:blipFill>
        <p:spPr>
          <a:xfrm>
            <a:off x="8658814" y="1177381"/>
            <a:ext cx="645886" cy="566056"/>
          </a:xfrm>
          <a:prstGeom prst="rect">
            <a:avLst/>
          </a:prstGeom>
        </p:spPr>
      </p:pic>
      <p:pic>
        <p:nvPicPr>
          <p:cNvPr id="11" name="Picture 10">
            <a:extLst>
              <a:ext uri="{FF2B5EF4-FFF2-40B4-BE49-F238E27FC236}">
                <a16:creationId xmlns:a16="http://schemas.microsoft.com/office/drawing/2014/main" id="{9EFCC1A0-B5A2-1718-43DE-B7F8D51A489A}"/>
              </a:ext>
            </a:extLst>
          </p:cNvPr>
          <p:cNvPicPr>
            <a:picLocks noChangeAspect="1"/>
          </p:cNvPicPr>
          <p:nvPr/>
        </p:nvPicPr>
        <p:blipFill>
          <a:blip r:embed="rId12"/>
          <a:stretch>
            <a:fillRect/>
          </a:stretch>
        </p:blipFill>
        <p:spPr>
          <a:xfrm>
            <a:off x="10127324" y="842009"/>
            <a:ext cx="1821544" cy="992669"/>
          </a:xfrm>
          <a:prstGeom prst="rect">
            <a:avLst/>
          </a:prstGeom>
        </p:spPr>
      </p:pic>
      <p:graphicFrame>
        <p:nvGraphicFramePr>
          <p:cNvPr id="12" name="Diagram 11">
            <a:extLst>
              <a:ext uri="{FF2B5EF4-FFF2-40B4-BE49-F238E27FC236}">
                <a16:creationId xmlns:a16="http://schemas.microsoft.com/office/drawing/2014/main" id="{018AAFBB-CE08-E5E3-E033-4999E0BEEEF7}"/>
              </a:ext>
            </a:extLst>
          </p:cNvPr>
          <p:cNvGraphicFramePr/>
          <p:nvPr>
            <p:extLst>
              <p:ext uri="{D42A27DB-BD31-4B8C-83A1-F6EECF244321}">
                <p14:modId xmlns:p14="http://schemas.microsoft.com/office/powerpoint/2010/main" val="2923441942"/>
              </p:ext>
            </p:extLst>
          </p:nvPr>
        </p:nvGraphicFramePr>
        <p:xfrm>
          <a:off x="110547" y="1877534"/>
          <a:ext cx="5312791" cy="682172"/>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16" name="Diagram 15">
            <a:extLst>
              <a:ext uri="{FF2B5EF4-FFF2-40B4-BE49-F238E27FC236}">
                <a16:creationId xmlns:a16="http://schemas.microsoft.com/office/drawing/2014/main" id="{834800A6-4E9D-0D7B-96A5-E8E5FAA0A0D7}"/>
              </a:ext>
            </a:extLst>
          </p:cNvPr>
          <p:cNvGraphicFramePr/>
          <p:nvPr>
            <p:extLst>
              <p:ext uri="{D42A27DB-BD31-4B8C-83A1-F6EECF244321}">
                <p14:modId xmlns:p14="http://schemas.microsoft.com/office/powerpoint/2010/main" val="3019465586"/>
              </p:ext>
            </p:extLst>
          </p:nvPr>
        </p:nvGraphicFramePr>
        <p:xfrm>
          <a:off x="5954109" y="1897707"/>
          <a:ext cx="4317125" cy="667657"/>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graphicFrame>
        <p:nvGraphicFramePr>
          <p:cNvPr id="17" name="Chart 16">
            <a:extLst>
              <a:ext uri="{FF2B5EF4-FFF2-40B4-BE49-F238E27FC236}">
                <a16:creationId xmlns:a16="http://schemas.microsoft.com/office/drawing/2014/main" id="{F623B02A-2E75-7C49-78DC-81EBD69F2D25}"/>
              </a:ext>
            </a:extLst>
          </p:cNvPr>
          <p:cNvGraphicFramePr>
            <a:graphicFrameLocks/>
          </p:cNvGraphicFramePr>
          <p:nvPr>
            <p:extLst>
              <p:ext uri="{D42A27DB-BD31-4B8C-83A1-F6EECF244321}">
                <p14:modId xmlns:p14="http://schemas.microsoft.com/office/powerpoint/2010/main" val="2271551603"/>
              </p:ext>
            </p:extLst>
          </p:nvPr>
        </p:nvGraphicFramePr>
        <p:xfrm>
          <a:off x="110547" y="2592116"/>
          <a:ext cx="3410866" cy="2442222"/>
        </p:xfrm>
        <a:graphic>
          <a:graphicData uri="http://schemas.openxmlformats.org/drawingml/2006/chart">
            <c:chart xmlns:c="http://schemas.openxmlformats.org/drawingml/2006/chart" xmlns:r="http://schemas.openxmlformats.org/officeDocument/2006/relationships" r:id="rId23"/>
          </a:graphicData>
        </a:graphic>
      </p:graphicFrame>
      <p:pic>
        <p:nvPicPr>
          <p:cNvPr id="19" name="Graphic 18">
            <a:extLst>
              <a:ext uri="{FF2B5EF4-FFF2-40B4-BE49-F238E27FC236}">
                <a16:creationId xmlns:a16="http://schemas.microsoft.com/office/drawing/2014/main" id="{BEEAF6B3-0429-AFAF-1B2D-03F4D8B27B88}"/>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204954" y="5165206"/>
            <a:ext cx="1343025" cy="1390650"/>
          </a:xfrm>
          <a:prstGeom prst="rect">
            <a:avLst/>
          </a:prstGeom>
        </p:spPr>
      </p:pic>
      <p:graphicFrame>
        <p:nvGraphicFramePr>
          <p:cNvPr id="20" name="Chart 19">
            <a:extLst>
              <a:ext uri="{FF2B5EF4-FFF2-40B4-BE49-F238E27FC236}">
                <a16:creationId xmlns:a16="http://schemas.microsoft.com/office/drawing/2014/main" id="{F6119DF6-5FD2-755F-77A7-7BFA3F9B6A84}"/>
              </a:ext>
            </a:extLst>
          </p:cNvPr>
          <p:cNvGraphicFramePr>
            <a:graphicFrameLocks/>
          </p:cNvGraphicFramePr>
          <p:nvPr>
            <p:extLst>
              <p:ext uri="{D42A27DB-BD31-4B8C-83A1-F6EECF244321}">
                <p14:modId xmlns:p14="http://schemas.microsoft.com/office/powerpoint/2010/main" val="21962092"/>
              </p:ext>
            </p:extLst>
          </p:nvPr>
        </p:nvGraphicFramePr>
        <p:xfrm>
          <a:off x="3838678" y="2657978"/>
          <a:ext cx="3978613" cy="2376360"/>
        </p:xfrm>
        <a:graphic>
          <a:graphicData uri="http://schemas.openxmlformats.org/drawingml/2006/chart">
            <c:chart xmlns:c="http://schemas.openxmlformats.org/drawingml/2006/chart" xmlns:r="http://schemas.openxmlformats.org/officeDocument/2006/relationships" r:id="rId25"/>
          </a:graphicData>
        </a:graphic>
      </p:graphicFrame>
      <p:pic>
        <p:nvPicPr>
          <p:cNvPr id="22" name="Graphic 21">
            <a:extLst>
              <a:ext uri="{FF2B5EF4-FFF2-40B4-BE49-F238E27FC236}">
                <a16:creationId xmlns:a16="http://schemas.microsoft.com/office/drawing/2014/main" id="{16C19816-1F8A-E649-112D-C6A4D86E4561}"/>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3838678" y="5126952"/>
            <a:ext cx="1390650" cy="1352550"/>
          </a:xfrm>
          <a:prstGeom prst="rect">
            <a:avLst/>
          </a:prstGeom>
        </p:spPr>
      </p:pic>
      <p:graphicFrame>
        <p:nvGraphicFramePr>
          <p:cNvPr id="23" name="Chart 22">
            <a:extLst>
              <a:ext uri="{FF2B5EF4-FFF2-40B4-BE49-F238E27FC236}">
                <a16:creationId xmlns:a16="http://schemas.microsoft.com/office/drawing/2014/main" id="{F8CCAA8B-1A2B-4E31-9708-2FBEF0CEA099}"/>
              </a:ext>
            </a:extLst>
          </p:cNvPr>
          <p:cNvGraphicFramePr>
            <a:graphicFrameLocks/>
          </p:cNvGraphicFramePr>
          <p:nvPr>
            <p:extLst>
              <p:ext uri="{D42A27DB-BD31-4B8C-83A1-F6EECF244321}">
                <p14:modId xmlns:p14="http://schemas.microsoft.com/office/powerpoint/2010/main" val="124663681"/>
              </p:ext>
            </p:extLst>
          </p:nvPr>
        </p:nvGraphicFramePr>
        <p:xfrm>
          <a:off x="8059828" y="2639409"/>
          <a:ext cx="3978613" cy="2413499"/>
        </p:xfrm>
        <a:graphic>
          <a:graphicData uri="http://schemas.openxmlformats.org/drawingml/2006/chart">
            <c:chart xmlns:c="http://schemas.openxmlformats.org/drawingml/2006/chart" xmlns:r="http://schemas.openxmlformats.org/officeDocument/2006/relationships" r:id="rId27"/>
          </a:graphicData>
        </a:graphic>
      </p:graphicFrame>
      <p:pic>
        <p:nvPicPr>
          <p:cNvPr id="25" name="Graphic 24">
            <a:extLst>
              <a:ext uri="{FF2B5EF4-FFF2-40B4-BE49-F238E27FC236}">
                <a16:creationId xmlns:a16="http://schemas.microsoft.com/office/drawing/2014/main" id="{C32798AD-8FE0-AC0A-1018-B5EEFC13B67D}"/>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7310025" y="5126954"/>
            <a:ext cx="1409700" cy="1343025"/>
          </a:xfrm>
          <a:prstGeom prst="rect">
            <a:avLst/>
          </a:prstGeom>
        </p:spPr>
      </p:pic>
    </p:spTree>
    <p:extLst>
      <p:ext uri="{BB962C8B-B14F-4D97-AF65-F5344CB8AC3E}">
        <p14:creationId xmlns:p14="http://schemas.microsoft.com/office/powerpoint/2010/main" val="2920003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AB562-2889-BFE8-E6B8-9CDB3020A093}"/>
              </a:ext>
            </a:extLst>
          </p:cNvPr>
          <p:cNvSpPr>
            <a:spLocks noGrp="1"/>
          </p:cNvSpPr>
          <p:nvPr>
            <p:ph type="title"/>
          </p:nvPr>
        </p:nvSpPr>
        <p:spPr/>
        <p:txBody>
          <a:bodyPr>
            <a:normAutofit/>
          </a:bodyPr>
          <a:lstStyle/>
          <a:p>
            <a:pPr marL="571500" indent="-571500">
              <a:buFont typeface="Wingdings" panose="05000000000000000000" pitchFamily="2" charset="2"/>
              <a:buChar char="Ø"/>
            </a:pPr>
            <a:r>
              <a:rPr lang="en-IN" sz="3200" b="1" dirty="0">
                <a:solidFill>
                  <a:schemeClr val="accent2">
                    <a:lumMod val="40000"/>
                    <a:lumOff val="60000"/>
                  </a:schemeClr>
                </a:solidFill>
                <a:latin typeface="Algerian" panose="04020705040A02060702" pitchFamily="82" charset="0"/>
              </a:rPr>
              <a:t>Forecasting &amp; Anomaly Detections </a:t>
            </a:r>
            <a:r>
              <a:rPr lang="en-IN" sz="3200" b="1" dirty="0">
                <a:solidFill>
                  <a:schemeClr val="accent2">
                    <a:lumMod val="40000"/>
                    <a:lumOff val="60000"/>
                  </a:schemeClr>
                </a:solidFill>
                <a:latin typeface="Algerian" panose="04020705040A02060702" pitchFamily="82" charset="0"/>
                <a:sym typeface="Wingdings" panose="05000000000000000000" pitchFamily="2" charset="2"/>
              </a:rPr>
              <a:t></a:t>
            </a:r>
            <a:endParaRPr lang="en-IN" sz="3200" b="1" dirty="0">
              <a:solidFill>
                <a:schemeClr val="accent2">
                  <a:lumMod val="40000"/>
                  <a:lumOff val="60000"/>
                </a:schemeClr>
              </a:solidFill>
              <a:latin typeface="Algerian" panose="04020705040A02060702" pitchFamily="82" charset="0"/>
            </a:endParaRPr>
          </a:p>
        </p:txBody>
      </p:sp>
      <p:pic>
        <p:nvPicPr>
          <p:cNvPr id="5" name="Picture 4">
            <a:extLst>
              <a:ext uri="{FF2B5EF4-FFF2-40B4-BE49-F238E27FC236}">
                <a16:creationId xmlns:a16="http://schemas.microsoft.com/office/drawing/2014/main" id="{47FFCA1A-3688-39CF-CFA1-04A372E9504D}"/>
              </a:ext>
            </a:extLst>
          </p:cNvPr>
          <p:cNvPicPr>
            <a:picLocks noChangeAspect="1"/>
          </p:cNvPicPr>
          <p:nvPr/>
        </p:nvPicPr>
        <p:blipFill>
          <a:blip r:embed="rId2"/>
          <a:stretch>
            <a:fillRect/>
          </a:stretch>
        </p:blipFill>
        <p:spPr>
          <a:xfrm>
            <a:off x="811923" y="1403131"/>
            <a:ext cx="10473559" cy="5139559"/>
          </a:xfrm>
          <a:prstGeom prst="rect">
            <a:avLst/>
          </a:prstGeom>
        </p:spPr>
      </p:pic>
    </p:spTree>
    <p:extLst>
      <p:ext uri="{BB962C8B-B14F-4D97-AF65-F5344CB8AC3E}">
        <p14:creationId xmlns:p14="http://schemas.microsoft.com/office/powerpoint/2010/main" val="2676101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C5A6634-72D7-A15D-9739-B07C2BB891E6}"/>
              </a:ext>
            </a:extLst>
          </p:cNvPr>
          <p:cNvSpPr txBox="1"/>
          <p:nvPr/>
        </p:nvSpPr>
        <p:spPr>
          <a:xfrm>
            <a:off x="662153" y="635086"/>
            <a:ext cx="9869214" cy="6217087"/>
          </a:xfrm>
          <a:prstGeom prst="rect">
            <a:avLst/>
          </a:prstGeom>
          <a:noFill/>
        </p:spPr>
        <p:txBody>
          <a:bodyPr wrap="square" rtlCol="0">
            <a:spAutoFit/>
          </a:bodyPr>
          <a:lstStyle/>
          <a:p>
            <a:pPr marL="342900" indent="-342900">
              <a:buFont typeface="+mj-lt"/>
              <a:buAutoNum type="arabicPeriod"/>
            </a:pPr>
            <a:endParaRPr lang="en-IN" dirty="0"/>
          </a:p>
          <a:p>
            <a:pPr marL="285750" indent="-285750">
              <a:buFont typeface="Wingdings" panose="05000000000000000000" pitchFamily="2" charset="2"/>
              <a:buChar char="q"/>
            </a:pPr>
            <a:r>
              <a:rPr lang="en-IN" sz="2000" dirty="0"/>
              <a:t>Forecast sheet tracks an hourly metric over January and February 2011 to project future values. </a:t>
            </a:r>
          </a:p>
          <a:p>
            <a:pPr marL="285750" indent="-285750">
              <a:buFont typeface="Wingdings" panose="05000000000000000000" pitchFamily="2" charset="2"/>
              <a:buChar char="q"/>
            </a:pPr>
            <a:r>
              <a:rPr lang="en-IN" sz="2000" dirty="0"/>
              <a:t>From Jan 1</a:t>
            </a:r>
            <a:r>
              <a:rPr lang="en-IN" sz="2000" baseline="30000" dirty="0"/>
              <a:t>st</a:t>
            </a:r>
            <a:r>
              <a:rPr lang="en-IN" sz="2000" dirty="0"/>
              <a:t> to Feb 13</a:t>
            </a:r>
            <a:r>
              <a:rPr lang="en-IN" sz="2000" baseline="30000" dirty="0"/>
              <a:t>th</a:t>
            </a:r>
            <a:r>
              <a:rPr lang="en-IN" sz="2000" dirty="0"/>
              <a:t> , the metric consistently oscillates around a baseline of 11 to 12 hours.</a:t>
            </a:r>
          </a:p>
          <a:p>
            <a:pPr marL="285750" indent="-285750">
              <a:buFont typeface="Wingdings" panose="05000000000000000000" pitchFamily="2" charset="2"/>
              <a:buChar char="q"/>
            </a:pPr>
            <a:r>
              <a:rPr lang="en-IN" sz="2000" dirty="0"/>
              <a:t>Around Feb 14</a:t>
            </a:r>
            <a:r>
              <a:rPr lang="en-IN" sz="2000" baseline="30000" dirty="0"/>
              <a:t>th</a:t>
            </a:r>
            <a:r>
              <a:rPr lang="en-IN" sz="2000" dirty="0"/>
              <a:t> it drops sharply to approximately for 3.5 hours.</a:t>
            </a:r>
          </a:p>
          <a:p>
            <a:pPr marL="285750" indent="-285750">
              <a:buFont typeface="Wingdings" panose="05000000000000000000" pitchFamily="2" charset="2"/>
              <a:buChar char="q"/>
            </a:pPr>
            <a:r>
              <a:rPr lang="en-IN" sz="2000" dirty="0"/>
              <a:t>Forecast (red line) projects that the metric will completely lose its baseline values.</a:t>
            </a:r>
          </a:p>
          <a:p>
            <a:pPr marL="285750" indent="-285750">
              <a:buFont typeface="Wingdings" panose="05000000000000000000" pitchFamily="2" charset="2"/>
              <a:buChar char="q"/>
            </a:pPr>
            <a:r>
              <a:rPr lang="en-IN" sz="2000" dirty="0"/>
              <a:t>The Yellow Line (Lower Confidence Bound) dips below zero into negative territory .</a:t>
            </a:r>
          </a:p>
          <a:p>
            <a:pPr marL="285750" indent="-285750">
              <a:buFont typeface="Wingdings" panose="05000000000000000000" pitchFamily="2" charset="2"/>
              <a:buChar char="q"/>
            </a:pPr>
            <a:r>
              <a:rPr lang="en-IN" sz="2000" dirty="0"/>
              <a:t>Anomalies Identifications :</a:t>
            </a:r>
          </a:p>
          <a:p>
            <a:pPr marL="342900" indent="-342900">
              <a:buFont typeface="+mj-lt"/>
              <a:buAutoNum type="arabicPeriod"/>
            </a:pPr>
            <a:r>
              <a:rPr lang="en-IN" sz="2000" dirty="0"/>
              <a:t>Jan 18</a:t>
            </a:r>
            <a:r>
              <a:rPr lang="en-IN" sz="2000" baseline="30000" dirty="0"/>
              <a:t>th</a:t>
            </a:r>
            <a:r>
              <a:rPr lang="en-IN" sz="2000" dirty="0"/>
              <a:t> Spike : The metric jumps from its baseline </a:t>
            </a:r>
            <a:r>
              <a:rPr lang="en-IN" sz="2000" dirty="0" err="1"/>
              <a:t>upto</a:t>
            </a:r>
            <a:r>
              <a:rPr lang="en-IN" sz="2000" dirty="0"/>
              <a:t> 17.5 hours before immediately returning to the normal next day.</a:t>
            </a:r>
          </a:p>
          <a:p>
            <a:pPr marL="342900" indent="-342900">
              <a:buFont typeface="+mj-lt"/>
              <a:buAutoNum type="arabicPeriod"/>
            </a:pPr>
            <a:r>
              <a:rPr lang="en-IN" sz="2000" dirty="0"/>
              <a:t>Jan 26</a:t>
            </a:r>
            <a:r>
              <a:rPr lang="en-IN" sz="2000" baseline="30000" dirty="0"/>
              <a:t>th</a:t>
            </a:r>
            <a:r>
              <a:rPr lang="en-IN" sz="2000" dirty="0"/>
              <a:t> Drop : A sharp single day dip down  to 9 hours </a:t>
            </a:r>
          </a:p>
          <a:p>
            <a:pPr marL="342900" indent="-342900">
              <a:buFont typeface="+mj-lt"/>
              <a:buAutoNum type="arabicPeriod"/>
            </a:pPr>
            <a:r>
              <a:rPr lang="en-IN" sz="2000" dirty="0"/>
              <a:t>Jan 27</a:t>
            </a:r>
            <a:r>
              <a:rPr lang="en-IN" sz="2000" baseline="30000" dirty="0"/>
              <a:t>th</a:t>
            </a:r>
            <a:r>
              <a:rPr lang="en-IN" sz="2000" dirty="0"/>
              <a:t> Peak : Following the dip , the metric spikes to its highest point 19.5 Hours the Peak before stabilizing to the Jan 28</a:t>
            </a:r>
            <a:r>
              <a:rPr lang="en-IN" sz="2000" baseline="30000" dirty="0"/>
              <a:t>th</a:t>
            </a:r>
            <a:r>
              <a:rPr lang="en-IN" sz="2000" dirty="0"/>
              <a:t>. [HIGHEST ANAMOLY]</a:t>
            </a:r>
          </a:p>
          <a:p>
            <a:pPr marL="342900" indent="-342900">
              <a:buFont typeface="+mj-lt"/>
              <a:buAutoNum type="arabicPeriod"/>
            </a:pPr>
            <a:r>
              <a:rPr lang="en-IN" sz="2000" dirty="0"/>
              <a:t>Feb 14</a:t>
            </a:r>
            <a:r>
              <a:rPr lang="en-IN" sz="2000" baseline="30000" dirty="0"/>
              <a:t>th</a:t>
            </a:r>
            <a:r>
              <a:rPr lang="en-IN" sz="2000" dirty="0"/>
              <a:t> structural shift : Unlike the temporary spikes in Jan , the drop on Feb 14</a:t>
            </a:r>
            <a:r>
              <a:rPr lang="en-IN" sz="2000" baseline="30000" dirty="0"/>
              <a:t>th</a:t>
            </a:r>
            <a:r>
              <a:rPr lang="en-IN" sz="2000" dirty="0"/>
              <a:t> is permanent structural break .</a:t>
            </a:r>
          </a:p>
          <a:p>
            <a:endParaRPr lang="en-IN" sz="2000" dirty="0"/>
          </a:p>
          <a:p>
            <a:endParaRPr lang="en-IN" sz="2000" dirty="0"/>
          </a:p>
        </p:txBody>
      </p:sp>
      <p:sp>
        <p:nvSpPr>
          <p:cNvPr id="3" name="TextBox 2">
            <a:extLst>
              <a:ext uri="{FF2B5EF4-FFF2-40B4-BE49-F238E27FC236}">
                <a16:creationId xmlns:a16="http://schemas.microsoft.com/office/drawing/2014/main" id="{93B22393-B2C2-5ECC-4107-698DF1E6F2C1}"/>
              </a:ext>
            </a:extLst>
          </p:cNvPr>
          <p:cNvSpPr txBox="1"/>
          <p:nvPr/>
        </p:nvSpPr>
        <p:spPr>
          <a:xfrm>
            <a:off x="331075" y="173421"/>
            <a:ext cx="6729727" cy="523220"/>
          </a:xfrm>
          <a:prstGeom prst="rect">
            <a:avLst/>
          </a:prstGeom>
          <a:noFill/>
        </p:spPr>
        <p:txBody>
          <a:bodyPr wrap="none" rtlCol="0">
            <a:spAutoFit/>
          </a:bodyPr>
          <a:lstStyle/>
          <a:p>
            <a:pPr marL="285750" indent="-285750">
              <a:buFont typeface="Wingdings" panose="05000000000000000000" pitchFamily="2" charset="2"/>
              <a:buChar char="Ø"/>
            </a:pPr>
            <a:r>
              <a:rPr lang="en-IN" sz="2800" b="1" dirty="0">
                <a:latin typeface="Algerian" panose="04020705040A02060702" pitchFamily="82" charset="0"/>
              </a:rPr>
              <a:t>FORECASTING SHEET CONCLUSIONS </a:t>
            </a:r>
            <a:r>
              <a:rPr lang="en-IN" sz="2800" b="1" dirty="0">
                <a:latin typeface="Algerian" panose="04020705040A02060702" pitchFamily="82" charset="0"/>
                <a:sym typeface="Wingdings" panose="05000000000000000000" pitchFamily="2" charset="2"/>
              </a:rPr>
              <a:t></a:t>
            </a:r>
            <a:endParaRPr lang="en-IN" sz="2800" b="1" dirty="0">
              <a:latin typeface="Algerian" panose="04020705040A02060702" pitchFamily="82" charset="0"/>
            </a:endParaRPr>
          </a:p>
        </p:txBody>
      </p:sp>
    </p:spTree>
    <p:extLst>
      <p:ext uri="{BB962C8B-B14F-4D97-AF65-F5344CB8AC3E}">
        <p14:creationId xmlns:p14="http://schemas.microsoft.com/office/powerpoint/2010/main" val="42090881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46D81-E462-6CCC-269F-33C4B4171CD9}"/>
              </a:ext>
            </a:extLst>
          </p:cNvPr>
          <p:cNvSpPr>
            <a:spLocks noGrp="1"/>
          </p:cNvSpPr>
          <p:nvPr>
            <p:ph type="title"/>
          </p:nvPr>
        </p:nvSpPr>
        <p:spPr/>
        <p:txBody>
          <a:bodyPr>
            <a:normAutofit/>
          </a:bodyPr>
          <a:lstStyle/>
          <a:p>
            <a:pPr marL="571500" indent="-571500">
              <a:buFont typeface="Wingdings" panose="05000000000000000000" pitchFamily="2" charset="2"/>
              <a:buChar char="Ø"/>
            </a:pPr>
            <a:r>
              <a:rPr lang="en-IN" sz="4000" b="1" dirty="0">
                <a:solidFill>
                  <a:schemeClr val="tx1"/>
                </a:solidFill>
                <a:latin typeface="Algerian" panose="04020705040A02060702" pitchFamily="82" charset="0"/>
              </a:rPr>
              <a:t>VBA AUTOMATIONS </a:t>
            </a:r>
            <a:r>
              <a:rPr lang="en-IN" sz="4000" b="1" dirty="0">
                <a:solidFill>
                  <a:schemeClr val="tx1"/>
                </a:solidFill>
                <a:latin typeface="Algerian" panose="04020705040A02060702" pitchFamily="82" charset="0"/>
                <a:sym typeface="Wingdings" panose="05000000000000000000" pitchFamily="2" charset="2"/>
              </a:rPr>
              <a:t></a:t>
            </a:r>
            <a:br>
              <a:rPr lang="en-IN" sz="4000" b="1" dirty="0">
                <a:solidFill>
                  <a:schemeClr val="tx1"/>
                </a:solidFill>
                <a:latin typeface="Algerian" panose="04020705040A02060702" pitchFamily="82" charset="0"/>
                <a:sym typeface="Wingdings" panose="05000000000000000000" pitchFamily="2" charset="2"/>
              </a:rPr>
            </a:br>
            <a:endParaRPr lang="en-IN" sz="3600" b="1" dirty="0">
              <a:solidFill>
                <a:schemeClr val="tx1"/>
              </a:solidFill>
              <a:latin typeface="Algerian" panose="04020705040A02060702" pitchFamily="82" charset="0"/>
            </a:endParaRPr>
          </a:p>
        </p:txBody>
      </p:sp>
      <p:sp>
        <p:nvSpPr>
          <p:cNvPr id="3" name="TextBox 2">
            <a:extLst>
              <a:ext uri="{FF2B5EF4-FFF2-40B4-BE49-F238E27FC236}">
                <a16:creationId xmlns:a16="http://schemas.microsoft.com/office/drawing/2014/main" id="{0927F81F-E5C8-1115-1B09-0832F99A6CD7}"/>
              </a:ext>
            </a:extLst>
          </p:cNvPr>
          <p:cNvSpPr txBox="1"/>
          <p:nvPr/>
        </p:nvSpPr>
        <p:spPr>
          <a:xfrm>
            <a:off x="449317" y="1434662"/>
            <a:ext cx="10649607" cy="3970318"/>
          </a:xfrm>
          <a:prstGeom prst="rect">
            <a:avLst/>
          </a:prstGeom>
          <a:noFill/>
        </p:spPr>
        <p:txBody>
          <a:bodyPr wrap="square" rtlCol="0">
            <a:spAutoFit/>
          </a:bodyPr>
          <a:lstStyle/>
          <a:p>
            <a:pPr marL="285750" indent="-285750">
              <a:buFont typeface="Wingdings" panose="05000000000000000000" pitchFamily="2" charset="2"/>
              <a:buChar char="q"/>
            </a:pPr>
            <a:r>
              <a:rPr lang="en-IN" b="1" dirty="0"/>
              <a:t>Visual Basic for Applications </a:t>
            </a:r>
            <a:r>
              <a:rPr lang="en-IN" dirty="0"/>
              <a:t>(VBA) is Microsoft's event-driven programming language.</a:t>
            </a:r>
          </a:p>
          <a:p>
            <a:pPr marL="285750" indent="-285750">
              <a:buFont typeface="Wingdings" panose="05000000000000000000" pitchFamily="2" charset="2"/>
              <a:buChar char="q"/>
            </a:pPr>
            <a:endParaRPr lang="en-IN" dirty="0"/>
          </a:p>
          <a:p>
            <a:pPr marL="285750" indent="-285750">
              <a:buFont typeface="Wingdings" panose="05000000000000000000" pitchFamily="2" charset="2"/>
              <a:buChar char="q"/>
            </a:pPr>
            <a:r>
              <a:rPr lang="en-IN" dirty="0"/>
              <a:t>It is built directly into Microsoft Office programs like Excel, Word, PowerPoint, Outlook, and Access.</a:t>
            </a:r>
          </a:p>
          <a:p>
            <a:pPr marL="285750" indent="-285750">
              <a:buFont typeface="Wingdings" panose="05000000000000000000" pitchFamily="2" charset="2"/>
              <a:buChar char="q"/>
            </a:pPr>
            <a:endParaRPr lang="en-IN" dirty="0"/>
          </a:p>
          <a:p>
            <a:pPr marL="285750" indent="-285750">
              <a:buFont typeface="Wingdings" panose="05000000000000000000" pitchFamily="2" charset="2"/>
              <a:buChar char="q"/>
            </a:pPr>
            <a:r>
              <a:rPr lang="en-IN" dirty="0"/>
              <a:t>It </a:t>
            </a:r>
            <a:r>
              <a:rPr lang="en-IN" b="1" dirty="0"/>
              <a:t>automates repetitive tasks, builds custom functions </a:t>
            </a:r>
            <a:r>
              <a:rPr lang="en-IN" dirty="0"/>
              <a:t>(UDFs), and extends the capabilities of host applications.</a:t>
            </a:r>
          </a:p>
          <a:p>
            <a:pPr marL="285750" indent="-285750">
              <a:buFont typeface="Wingdings" panose="05000000000000000000" pitchFamily="2" charset="2"/>
              <a:buChar char="q"/>
            </a:pPr>
            <a:endParaRPr lang="en-IN" dirty="0"/>
          </a:p>
          <a:p>
            <a:pPr marL="285750" indent="-285750">
              <a:buFont typeface="Wingdings" panose="05000000000000000000" pitchFamily="2" charset="2"/>
              <a:buChar char="q"/>
            </a:pPr>
            <a:r>
              <a:rPr lang="en-IN" b="1" dirty="0"/>
              <a:t>Key Features</a:t>
            </a:r>
          </a:p>
          <a:p>
            <a:pPr marL="285750" indent="-285750">
              <a:buFont typeface="Wingdings" panose="05000000000000000000" pitchFamily="2" charset="2"/>
              <a:buChar char="q"/>
            </a:pPr>
            <a:endParaRPr lang="en-IN" b="1" dirty="0"/>
          </a:p>
          <a:p>
            <a:pPr lvl="0"/>
            <a:r>
              <a:rPr lang="en-IN" b="1" dirty="0"/>
              <a:t>     I   Object-Oriented Basics</a:t>
            </a:r>
            <a:endParaRPr lang="en-IN" dirty="0"/>
          </a:p>
          <a:p>
            <a:pPr lvl="0"/>
            <a:r>
              <a:rPr lang="en-IN" b="1" dirty="0"/>
              <a:t>     II  Macro Recording</a:t>
            </a:r>
            <a:endParaRPr lang="en-IN" dirty="0"/>
          </a:p>
          <a:p>
            <a:pPr lvl="0"/>
            <a:r>
              <a:rPr lang="en-IN" dirty="0"/>
              <a:t>     </a:t>
            </a:r>
            <a:r>
              <a:rPr lang="en-IN" b="1" dirty="0"/>
              <a:t>III</a:t>
            </a:r>
            <a:r>
              <a:rPr lang="en-IN" dirty="0"/>
              <a:t> </a:t>
            </a:r>
            <a:r>
              <a:rPr lang="en-IN" b="1" dirty="0"/>
              <a:t>Editor Access</a:t>
            </a:r>
            <a:endParaRPr lang="en-IN" dirty="0"/>
          </a:p>
          <a:p>
            <a:pPr lvl="0"/>
            <a:r>
              <a:rPr lang="en-IN" b="1" dirty="0"/>
              <a:t>     IV File Format</a:t>
            </a:r>
            <a:endParaRPr lang="en-IN" dirty="0"/>
          </a:p>
        </p:txBody>
      </p:sp>
    </p:spTree>
    <p:extLst>
      <p:ext uri="{BB962C8B-B14F-4D97-AF65-F5344CB8AC3E}">
        <p14:creationId xmlns:p14="http://schemas.microsoft.com/office/powerpoint/2010/main" val="31109636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8D26F5-6E58-0763-66A7-707E353AD1D9}"/>
              </a:ext>
            </a:extLst>
          </p:cNvPr>
          <p:cNvPicPr>
            <a:picLocks noChangeAspect="1"/>
          </p:cNvPicPr>
          <p:nvPr/>
        </p:nvPicPr>
        <p:blipFill>
          <a:blip r:embed="rId2"/>
          <a:stretch>
            <a:fillRect/>
          </a:stretch>
        </p:blipFill>
        <p:spPr>
          <a:xfrm>
            <a:off x="283778" y="1227740"/>
            <a:ext cx="8008883" cy="4970080"/>
          </a:xfrm>
          <a:prstGeom prst="rect">
            <a:avLst/>
          </a:prstGeom>
        </p:spPr>
      </p:pic>
      <p:sp>
        <p:nvSpPr>
          <p:cNvPr id="4" name="TextBox 3">
            <a:extLst>
              <a:ext uri="{FF2B5EF4-FFF2-40B4-BE49-F238E27FC236}">
                <a16:creationId xmlns:a16="http://schemas.microsoft.com/office/drawing/2014/main" id="{648C0ED2-DD71-DC0D-2989-AA33907DCB33}"/>
              </a:ext>
            </a:extLst>
          </p:cNvPr>
          <p:cNvSpPr txBox="1"/>
          <p:nvPr/>
        </p:nvSpPr>
        <p:spPr>
          <a:xfrm>
            <a:off x="8584323" y="1371600"/>
            <a:ext cx="3413235" cy="3970318"/>
          </a:xfrm>
          <a:prstGeom prst="rect">
            <a:avLst/>
          </a:prstGeom>
          <a:noFill/>
        </p:spPr>
        <p:txBody>
          <a:bodyPr wrap="square" rtlCol="0">
            <a:spAutoFit/>
          </a:bodyPr>
          <a:lstStyle/>
          <a:p>
            <a:pPr marL="285750" indent="-285750">
              <a:buFont typeface="Wingdings" panose="05000000000000000000" pitchFamily="2" charset="2"/>
              <a:buChar char="q"/>
            </a:pPr>
            <a:r>
              <a:rPr lang="en-IN" dirty="0"/>
              <a:t>VBA DONE WITH BASICS FORMATTING THE CELLS AND APPLYING THE COLOR SCALES.</a:t>
            </a:r>
          </a:p>
          <a:p>
            <a:endParaRPr lang="en-IN" dirty="0"/>
          </a:p>
          <a:p>
            <a:pPr marL="285750" indent="-285750">
              <a:buFont typeface="Wingdings" panose="05000000000000000000" pitchFamily="2" charset="2"/>
              <a:buChar char="q"/>
            </a:pPr>
            <a:r>
              <a:rPr lang="en-IN" dirty="0"/>
              <a:t>ALSO HEADING IS GIVEN THROUGH VBA.</a:t>
            </a:r>
          </a:p>
          <a:p>
            <a:pPr marL="285750" indent="-285750">
              <a:buFont typeface="Wingdings" panose="05000000000000000000" pitchFamily="2" charset="2"/>
              <a:buChar char="q"/>
            </a:pPr>
            <a:endParaRPr lang="en-IN" dirty="0"/>
          </a:p>
          <a:p>
            <a:pPr marL="285750" indent="-285750">
              <a:buFont typeface="Wingdings" panose="05000000000000000000" pitchFamily="2" charset="2"/>
              <a:buChar char="q"/>
            </a:pPr>
            <a:r>
              <a:rPr lang="en-IN" dirty="0"/>
              <a:t>CONTENTS ARE ALSO SAVED.</a:t>
            </a:r>
          </a:p>
          <a:p>
            <a:pPr marL="285750" indent="-285750">
              <a:buFont typeface="Wingdings" panose="05000000000000000000" pitchFamily="2" charset="2"/>
              <a:buChar char="q"/>
            </a:pPr>
            <a:endParaRPr lang="en-IN" dirty="0"/>
          </a:p>
          <a:p>
            <a:pPr marL="285750" indent="-285750">
              <a:buFont typeface="Wingdings" panose="05000000000000000000" pitchFamily="2" charset="2"/>
              <a:buChar char="q"/>
            </a:pPr>
            <a:r>
              <a:rPr lang="en-IN" dirty="0"/>
              <a:t>RUN-HEADING-HOLIDAYDATA-CONTENT.</a:t>
            </a:r>
          </a:p>
          <a:p>
            <a:endParaRPr lang="en-IN" dirty="0"/>
          </a:p>
        </p:txBody>
      </p:sp>
      <p:sp>
        <p:nvSpPr>
          <p:cNvPr id="5" name="TextBox 4">
            <a:extLst>
              <a:ext uri="{FF2B5EF4-FFF2-40B4-BE49-F238E27FC236}">
                <a16:creationId xmlns:a16="http://schemas.microsoft.com/office/drawing/2014/main" id="{3942905D-669F-D56B-32D1-D687B15F8AAD}"/>
              </a:ext>
            </a:extLst>
          </p:cNvPr>
          <p:cNvSpPr txBox="1"/>
          <p:nvPr/>
        </p:nvSpPr>
        <p:spPr>
          <a:xfrm>
            <a:off x="591207" y="402020"/>
            <a:ext cx="5594801" cy="523220"/>
          </a:xfrm>
          <a:prstGeom prst="rect">
            <a:avLst/>
          </a:prstGeom>
          <a:noFill/>
        </p:spPr>
        <p:txBody>
          <a:bodyPr wrap="none" rtlCol="0">
            <a:spAutoFit/>
          </a:bodyPr>
          <a:lstStyle/>
          <a:p>
            <a:pPr marL="285750" indent="-285750">
              <a:buFont typeface="Wingdings" panose="05000000000000000000" pitchFamily="2" charset="2"/>
              <a:buChar char="Ø"/>
            </a:pPr>
            <a:r>
              <a:rPr lang="en-IN" sz="2800" b="1" dirty="0">
                <a:solidFill>
                  <a:schemeClr val="accent2">
                    <a:lumMod val="40000"/>
                    <a:lumOff val="60000"/>
                  </a:schemeClr>
                </a:solidFill>
                <a:latin typeface="Algerian" panose="04020705040A02060702" pitchFamily="82" charset="0"/>
              </a:rPr>
              <a:t>SIMPLE MACRO RECORDINGS </a:t>
            </a:r>
            <a:r>
              <a:rPr lang="en-IN" sz="2800" b="1" dirty="0">
                <a:solidFill>
                  <a:schemeClr val="accent2">
                    <a:lumMod val="40000"/>
                    <a:lumOff val="60000"/>
                  </a:schemeClr>
                </a:solidFill>
                <a:latin typeface="Algerian" panose="04020705040A02060702" pitchFamily="82" charset="0"/>
                <a:sym typeface="Wingdings" panose="05000000000000000000" pitchFamily="2" charset="2"/>
              </a:rPr>
              <a:t></a:t>
            </a:r>
            <a:endParaRPr lang="en-IN" sz="2800" b="1" dirty="0">
              <a:solidFill>
                <a:schemeClr val="accent2">
                  <a:lumMod val="40000"/>
                  <a:lumOff val="60000"/>
                </a:schemeClr>
              </a:solidFill>
              <a:latin typeface="Algerian" panose="04020705040A02060702" pitchFamily="82" charset="0"/>
            </a:endParaRPr>
          </a:p>
        </p:txBody>
      </p:sp>
    </p:spTree>
    <p:extLst>
      <p:ext uri="{BB962C8B-B14F-4D97-AF65-F5344CB8AC3E}">
        <p14:creationId xmlns:p14="http://schemas.microsoft.com/office/powerpoint/2010/main" val="25223590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EE58D54-C363-6632-F882-A299ECD669DB}"/>
              </a:ext>
            </a:extLst>
          </p:cNvPr>
          <p:cNvPicPr>
            <a:picLocks noChangeAspect="1"/>
          </p:cNvPicPr>
          <p:nvPr/>
        </p:nvPicPr>
        <p:blipFill>
          <a:blip r:embed="rId2"/>
          <a:stretch>
            <a:fillRect/>
          </a:stretch>
        </p:blipFill>
        <p:spPr>
          <a:xfrm>
            <a:off x="301654" y="544749"/>
            <a:ext cx="3734125" cy="2884251"/>
          </a:xfrm>
          <a:prstGeom prst="rect">
            <a:avLst/>
          </a:prstGeom>
        </p:spPr>
      </p:pic>
      <p:graphicFrame>
        <p:nvGraphicFramePr>
          <p:cNvPr id="4" name="Chart 3">
            <a:extLst>
              <a:ext uri="{FF2B5EF4-FFF2-40B4-BE49-F238E27FC236}">
                <a16:creationId xmlns:a16="http://schemas.microsoft.com/office/drawing/2014/main" id="{B526E838-9172-CF90-FF2D-BED7543CC25C}"/>
              </a:ext>
            </a:extLst>
          </p:cNvPr>
          <p:cNvGraphicFramePr>
            <a:graphicFrameLocks/>
          </p:cNvGraphicFramePr>
          <p:nvPr>
            <p:extLst>
              <p:ext uri="{D42A27DB-BD31-4B8C-83A1-F6EECF244321}">
                <p14:modId xmlns:p14="http://schemas.microsoft.com/office/powerpoint/2010/main" val="846648534"/>
              </p:ext>
            </p:extLst>
          </p:nvPr>
        </p:nvGraphicFramePr>
        <p:xfrm>
          <a:off x="8229600" y="684657"/>
          <a:ext cx="3660746" cy="2884251"/>
        </p:xfrm>
        <a:graphic>
          <a:graphicData uri="http://schemas.openxmlformats.org/drawingml/2006/chart">
            <c:chart xmlns:c="http://schemas.openxmlformats.org/drawingml/2006/chart" xmlns:r="http://schemas.openxmlformats.org/officeDocument/2006/relationships" r:id="rId3"/>
          </a:graphicData>
        </a:graphic>
      </p:graphicFrame>
      <p:pic>
        <p:nvPicPr>
          <p:cNvPr id="8" name="Picture 7">
            <a:extLst>
              <a:ext uri="{FF2B5EF4-FFF2-40B4-BE49-F238E27FC236}">
                <a16:creationId xmlns:a16="http://schemas.microsoft.com/office/drawing/2014/main" id="{08CDB947-7AEC-5B9F-A3B9-C6717766EDE8}"/>
              </a:ext>
            </a:extLst>
          </p:cNvPr>
          <p:cNvPicPr>
            <a:picLocks noChangeAspect="1"/>
          </p:cNvPicPr>
          <p:nvPr/>
        </p:nvPicPr>
        <p:blipFill>
          <a:blip r:embed="rId4"/>
          <a:stretch>
            <a:fillRect/>
          </a:stretch>
        </p:blipFill>
        <p:spPr>
          <a:xfrm>
            <a:off x="301654" y="3905837"/>
            <a:ext cx="3734124" cy="2812105"/>
          </a:xfrm>
          <a:prstGeom prst="rect">
            <a:avLst/>
          </a:prstGeom>
        </p:spPr>
      </p:pic>
      <p:pic>
        <p:nvPicPr>
          <p:cNvPr id="11" name="Picture 10">
            <a:extLst>
              <a:ext uri="{FF2B5EF4-FFF2-40B4-BE49-F238E27FC236}">
                <a16:creationId xmlns:a16="http://schemas.microsoft.com/office/drawing/2014/main" id="{1A7083F7-7960-ED2D-DE4A-688D2E1679DB}"/>
              </a:ext>
            </a:extLst>
          </p:cNvPr>
          <p:cNvPicPr>
            <a:picLocks noChangeAspect="1"/>
          </p:cNvPicPr>
          <p:nvPr/>
        </p:nvPicPr>
        <p:blipFill>
          <a:blip r:embed="rId5"/>
          <a:stretch>
            <a:fillRect/>
          </a:stretch>
        </p:blipFill>
        <p:spPr>
          <a:xfrm>
            <a:off x="4202350" y="1643974"/>
            <a:ext cx="3953874" cy="3842425"/>
          </a:xfrm>
          <a:prstGeom prst="rect">
            <a:avLst/>
          </a:prstGeom>
        </p:spPr>
      </p:pic>
      <p:pic>
        <p:nvPicPr>
          <p:cNvPr id="13" name="Picture 12">
            <a:extLst>
              <a:ext uri="{FF2B5EF4-FFF2-40B4-BE49-F238E27FC236}">
                <a16:creationId xmlns:a16="http://schemas.microsoft.com/office/drawing/2014/main" id="{EF9C3128-010A-63C5-E533-3B3FB7081730}"/>
              </a:ext>
            </a:extLst>
          </p:cNvPr>
          <p:cNvPicPr>
            <a:picLocks noChangeAspect="1"/>
          </p:cNvPicPr>
          <p:nvPr/>
        </p:nvPicPr>
        <p:blipFill>
          <a:blip r:embed="rId6"/>
          <a:stretch>
            <a:fillRect/>
          </a:stretch>
        </p:blipFill>
        <p:spPr>
          <a:xfrm>
            <a:off x="8358557" y="3905837"/>
            <a:ext cx="3402831" cy="2812104"/>
          </a:xfrm>
          <a:prstGeom prst="rect">
            <a:avLst/>
          </a:prstGeom>
        </p:spPr>
      </p:pic>
      <p:sp>
        <p:nvSpPr>
          <p:cNvPr id="14" name="TextBox 13">
            <a:extLst>
              <a:ext uri="{FF2B5EF4-FFF2-40B4-BE49-F238E27FC236}">
                <a16:creationId xmlns:a16="http://schemas.microsoft.com/office/drawing/2014/main" id="{ACC0F308-C20A-3CA3-E52C-E0971353EC4A}"/>
              </a:ext>
            </a:extLst>
          </p:cNvPr>
          <p:cNvSpPr txBox="1"/>
          <p:nvPr/>
        </p:nvSpPr>
        <p:spPr>
          <a:xfrm>
            <a:off x="4354798" y="379378"/>
            <a:ext cx="3555782" cy="800219"/>
          </a:xfrm>
          <a:prstGeom prst="rect">
            <a:avLst/>
          </a:prstGeom>
          <a:noFill/>
        </p:spPr>
        <p:txBody>
          <a:bodyPr wrap="none" rtlCol="0">
            <a:spAutoFit/>
          </a:bodyPr>
          <a:lstStyle/>
          <a:p>
            <a:pPr marL="285750" indent="-285750">
              <a:buFont typeface="Wingdings" panose="05000000000000000000" pitchFamily="2" charset="2"/>
              <a:buChar char="Ø"/>
            </a:pPr>
            <a:r>
              <a:rPr lang="en-IN" sz="2800" b="1" dirty="0">
                <a:latin typeface="Algerian" panose="04020705040A02060702" pitchFamily="82" charset="0"/>
              </a:rPr>
              <a:t>VISUAL CHARTS </a:t>
            </a:r>
            <a:r>
              <a:rPr lang="en-IN" sz="2800" b="1" dirty="0">
                <a:latin typeface="Algerian" panose="04020705040A02060702" pitchFamily="82" charset="0"/>
                <a:sym typeface="Wingdings" panose="05000000000000000000" pitchFamily="2" charset="2"/>
              </a:rPr>
              <a:t></a:t>
            </a:r>
          </a:p>
          <a:p>
            <a:endParaRPr lang="en-IN" dirty="0"/>
          </a:p>
        </p:txBody>
      </p:sp>
    </p:spTree>
    <p:extLst>
      <p:ext uri="{BB962C8B-B14F-4D97-AF65-F5344CB8AC3E}">
        <p14:creationId xmlns:p14="http://schemas.microsoft.com/office/powerpoint/2010/main" val="14051193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834EACC-7D28-F958-DB7D-954A8585BC75}"/>
              </a:ext>
            </a:extLst>
          </p:cNvPr>
          <p:cNvSpPr txBox="1"/>
          <p:nvPr/>
        </p:nvSpPr>
        <p:spPr>
          <a:xfrm>
            <a:off x="0" y="330740"/>
            <a:ext cx="10398868" cy="2123658"/>
          </a:xfrm>
          <a:prstGeom prst="rect">
            <a:avLst/>
          </a:prstGeom>
          <a:noFill/>
        </p:spPr>
        <p:txBody>
          <a:bodyPr wrap="square" rtlCol="0">
            <a:spAutoFit/>
          </a:bodyPr>
          <a:lstStyle/>
          <a:p>
            <a:pPr marL="285750" indent="-285750">
              <a:buFont typeface="Wingdings" panose="05000000000000000000" pitchFamily="2" charset="2"/>
              <a:buChar char="Ø"/>
            </a:pPr>
            <a:r>
              <a:rPr lang="en-IN" sz="2400" b="1" dirty="0">
                <a:latin typeface="Algerian" panose="04020705040A02060702" pitchFamily="82" charset="0"/>
              </a:rPr>
              <a:t>CORREATION ANALYSIS BETWEEN THE USERS AND THE WEATHER ELEMENTS </a:t>
            </a:r>
            <a:r>
              <a:rPr lang="en-IN" sz="2400" b="1" dirty="0">
                <a:latin typeface="Algerian" panose="04020705040A02060702" pitchFamily="82" charset="0"/>
                <a:sym typeface="Wingdings" panose="05000000000000000000" pitchFamily="2" charset="2"/>
              </a:rPr>
              <a:t></a:t>
            </a:r>
          </a:p>
          <a:p>
            <a:pPr marL="342900" indent="-342900">
              <a:buFont typeface="Wingdings" panose="05000000000000000000" pitchFamily="2" charset="2"/>
              <a:buChar char="q"/>
            </a:pPr>
            <a:r>
              <a:rPr lang="en-IN" sz="2000" dirty="0"/>
              <a:t>Correlation analysis to predict the relationships between weather conditions, temperature, humidity, windspeed, casual customers, registered customers and total customer count.</a:t>
            </a:r>
          </a:p>
          <a:p>
            <a:pPr marL="285750" indent="-285750">
              <a:buFont typeface="Wingdings" panose="05000000000000000000" pitchFamily="2" charset="2"/>
              <a:buChar char="Ø"/>
            </a:pPr>
            <a:endParaRPr lang="en-IN" sz="2400" b="1" dirty="0"/>
          </a:p>
        </p:txBody>
      </p:sp>
      <p:pic>
        <p:nvPicPr>
          <p:cNvPr id="6" name="Picture 5">
            <a:extLst>
              <a:ext uri="{FF2B5EF4-FFF2-40B4-BE49-F238E27FC236}">
                <a16:creationId xmlns:a16="http://schemas.microsoft.com/office/drawing/2014/main" id="{BF8DCDA2-293C-686D-D19E-453C5260B303}"/>
              </a:ext>
            </a:extLst>
          </p:cNvPr>
          <p:cNvPicPr>
            <a:picLocks noChangeAspect="1"/>
          </p:cNvPicPr>
          <p:nvPr/>
        </p:nvPicPr>
        <p:blipFill>
          <a:blip r:embed="rId2"/>
          <a:stretch>
            <a:fillRect/>
          </a:stretch>
        </p:blipFill>
        <p:spPr>
          <a:xfrm>
            <a:off x="5856051" y="1906622"/>
            <a:ext cx="6089516" cy="3317132"/>
          </a:xfrm>
          <a:prstGeom prst="rect">
            <a:avLst/>
          </a:prstGeom>
        </p:spPr>
      </p:pic>
      <p:sp>
        <p:nvSpPr>
          <p:cNvPr id="7" name="TextBox 6">
            <a:extLst>
              <a:ext uri="{FF2B5EF4-FFF2-40B4-BE49-F238E27FC236}">
                <a16:creationId xmlns:a16="http://schemas.microsoft.com/office/drawing/2014/main" id="{7BA89CCB-C984-6125-9603-AC4B072772E9}"/>
              </a:ext>
            </a:extLst>
          </p:cNvPr>
          <p:cNvSpPr txBox="1"/>
          <p:nvPr/>
        </p:nvSpPr>
        <p:spPr>
          <a:xfrm>
            <a:off x="68095" y="3925752"/>
            <a:ext cx="11877472" cy="2862322"/>
          </a:xfrm>
          <a:prstGeom prst="rect">
            <a:avLst/>
          </a:prstGeom>
          <a:noFill/>
        </p:spPr>
        <p:txBody>
          <a:bodyPr wrap="square" rtlCol="0">
            <a:spAutoFit/>
          </a:bodyPr>
          <a:lstStyle/>
          <a:p>
            <a:r>
              <a:rPr lang="en-IN" b="1" dirty="0"/>
              <a:t>Registered customers</a:t>
            </a:r>
          </a:p>
          <a:p>
            <a:r>
              <a:rPr lang="en-IN" b="1" dirty="0"/>
              <a:t>r = 0.990</a:t>
            </a:r>
          </a:p>
          <a:p>
            <a:r>
              <a:rPr lang="en-IN" dirty="0"/>
              <a:t>Very closely associated with total demand. </a:t>
            </a:r>
          </a:p>
          <a:p>
            <a:r>
              <a:rPr lang="en-IN" b="1" dirty="0"/>
              <a:t>Actual temperature</a:t>
            </a:r>
          </a:p>
          <a:p>
            <a:r>
              <a:rPr lang="en-IN" b="1" dirty="0"/>
              <a:t>r = 0.229</a:t>
            </a:r>
          </a:p>
          <a:p>
            <a:r>
              <a:rPr lang="en-IN" dirty="0"/>
              <a:t>Shows a weak positive relationship with total demand but a stronger relationship with casual demand.</a:t>
            </a:r>
          </a:p>
          <a:p>
            <a:r>
              <a:rPr lang="en-IN" b="1" dirty="0"/>
              <a:t>Weather, humidity and windspeed</a:t>
            </a:r>
          </a:p>
          <a:p>
            <a:r>
              <a:rPr lang="en-IN" dirty="0"/>
              <a:t>These variables have weak correlations with total demand in your matrix. They may still contribute to forecasting when combined with time, seasonality, holidays and other variables.</a:t>
            </a:r>
          </a:p>
          <a:p>
            <a:endParaRPr lang="en-IN" dirty="0"/>
          </a:p>
        </p:txBody>
      </p:sp>
      <p:sp>
        <p:nvSpPr>
          <p:cNvPr id="9" name="TextBox 8">
            <a:extLst>
              <a:ext uri="{FF2B5EF4-FFF2-40B4-BE49-F238E27FC236}">
                <a16:creationId xmlns:a16="http://schemas.microsoft.com/office/drawing/2014/main" id="{787B0FCB-34CD-3574-973B-441D35257EBC}"/>
              </a:ext>
            </a:extLst>
          </p:cNvPr>
          <p:cNvSpPr txBox="1"/>
          <p:nvPr/>
        </p:nvSpPr>
        <p:spPr>
          <a:xfrm>
            <a:off x="2217907" y="2665379"/>
            <a:ext cx="3703930" cy="830997"/>
          </a:xfrm>
          <a:prstGeom prst="rect">
            <a:avLst/>
          </a:prstGeom>
          <a:noFill/>
        </p:spPr>
        <p:txBody>
          <a:bodyPr wrap="square" rtlCol="0">
            <a:spAutoFit/>
          </a:bodyPr>
          <a:lstStyle/>
          <a:p>
            <a:pPr marL="342900" indent="-342900">
              <a:buFont typeface="Wingdings" panose="05000000000000000000" pitchFamily="2" charset="2"/>
              <a:buChar char="q"/>
            </a:pPr>
            <a:r>
              <a:rPr lang="en-IN" sz="2400" dirty="0"/>
              <a:t>Statistical</a:t>
            </a:r>
            <a:r>
              <a:rPr lang="en-IN" sz="1400" dirty="0"/>
              <a:t> </a:t>
            </a:r>
            <a:r>
              <a:rPr lang="en-IN" sz="2400" dirty="0"/>
              <a:t>Visualizations</a:t>
            </a:r>
            <a:r>
              <a:rPr lang="en-IN" sz="1400" dirty="0"/>
              <a:t> :</a:t>
            </a:r>
          </a:p>
        </p:txBody>
      </p:sp>
    </p:spTree>
    <p:extLst>
      <p:ext uri="{BB962C8B-B14F-4D97-AF65-F5344CB8AC3E}">
        <p14:creationId xmlns:p14="http://schemas.microsoft.com/office/powerpoint/2010/main" val="35756349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F2544C-FAF7-9771-B527-C78B88FEC766}"/>
              </a:ext>
            </a:extLst>
          </p:cNvPr>
          <p:cNvSpPr txBox="1"/>
          <p:nvPr/>
        </p:nvSpPr>
        <p:spPr>
          <a:xfrm>
            <a:off x="116733" y="-68094"/>
            <a:ext cx="7791854" cy="7663636"/>
          </a:xfrm>
          <a:prstGeom prst="rect">
            <a:avLst/>
          </a:prstGeom>
          <a:noFill/>
        </p:spPr>
        <p:txBody>
          <a:bodyPr wrap="square" rtlCol="0">
            <a:spAutoFit/>
          </a:bodyPr>
          <a:lstStyle/>
          <a:p>
            <a:pPr marL="342900" indent="-342900">
              <a:buFont typeface="Wingdings" panose="05000000000000000000" pitchFamily="2" charset="2"/>
              <a:buChar char="Ø"/>
            </a:pPr>
            <a:r>
              <a:rPr lang="en-IN" sz="2000" b="1" dirty="0">
                <a:latin typeface="Algerian" panose="04020705040A02060702" pitchFamily="82" charset="0"/>
              </a:rPr>
              <a:t>Interpretations</a:t>
            </a:r>
            <a:r>
              <a:rPr lang="en-IN" b="1" dirty="0"/>
              <a:t> </a:t>
            </a:r>
            <a:r>
              <a:rPr lang="en-IN" b="1" dirty="0">
                <a:sym typeface="Wingdings" panose="05000000000000000000" pitchFamily="2" charset="2"/>
              </a:rPr>
              <a:t></a:t>
            </a:r>
            <a:endParaRPr lang="en-IN" b="1" dirty="0"/>
          </a:p>
          <a:p>
            <a:r>
              <a:rPr lang="en-IN" b="1" dirty="0"/>
              <a:t>A. Customer demand analysis</a:t>
            </a:r>
          </a:p>
          <a:p>
            <a:pPr lvl="0"/>
            <a:r>
              <a:rPr lang="en-IN" b="1" dirty="0"/>
              <a:t>Registered customers and total customers (0.990): An extremely strong positive correlation.</a:t>
            </a:r>
          </a:p>
          <a:p>
            <a:pPr lvl="0"/>
            <a:r>
              <a:rPr lang="en-IN" b="1" dirty="0"/>
              <a:t>Casual customers and total customers (0.467): Moderate positive relationship.</a:t>
            </a:r>
          </a:p>
          <a:p>
            <a:pPr lvl="0"/>
            <a:r>
              <a:rPr lang="en-IN" b="1" dirty="0"/>
              <a:t>Casual customers and registered customers (0.338): A weak-to-moderate positive relationship.</a:t>
            </a:r>
          </a:p>
          <a:p>
            <a:r>
              <a:rPr lang="en-IN" b="1" dirty="0"/>
              <a:t>B. Temperature analysis</a:t>
            </a:r>
          </a:p>
          <a:p>
            <a:pPr lvl="0"/>
            <a:r>
              <a:rPr lang="en-IN" b="1" dirty="0"/>
              <a:t>Actual temperature and assumed temperature (0.837):A strong positive relationship. </a:t>
            </a:r>
          </a:p>
          <a:p>
            <a:pPr lvl="0"/>
            <a:r>
              <a:rPr lang="en-IN" b="1" dirty="0"/>
              <a:t>Actual temperature and casual customers (0.470): Moderate positive relationship.</a:t>
            </a:r>
          </a:p>
          <a:p>
            <a:pPr lvl="0"/>
            <a:r>
              <a:rPr lang="en-IN" b="1" dirty="0"/>
              <a:t>Assumed temperature and casual customers (0.407):Moderate positive relationship.</a:t>
            </a:r>
          </a:p>
          <a:p>
            <a:pPr lvl="0"/>
            <a:r>
              <a:rPr lang="en-IN" b="1" dirty="0"/>
              <a:t>Actual temperature and total customers (0.229): The relationship is weakly positive.</a:t>
            </a:r>
          </a:p>
          <a:p>
            <a:r>
              <a:rPr lang="en-IN" b="1" dirty="0"/>
              <a:t>C. Weather conditions analysis</a:t>
            </a:r>
          </a:p>
          <a:p>
            <a:pPr lvl="0"/>
            <a:r>
              <a:rPr lang="en-IN" b="1" dirty="0"/>
              <a:t>Weather sit and total customers (-0.126): A weak negative relationship suggests that higher weather-condition codes are associated with slightly lower customer counts. </a:t>
            </a:r>
          </a:p>
          <a:p>
            <a:pPr lvl="0"/>
            <a:r>
              <a:rPr lang="en-IN" b="1" dirty="0"/>
              <a:t>Humidity and total customers (-0.050): The correlation is close to zero, indicating almost no linear relationship.</a:t>
            </a:r>
          </a:p>
          <a:p>
            <a:pPr lvl="0"/>
            <a:r>
              <a:rPr lang="en-IN" b="1" dirty="0"/>
              <a:t>Windspeed and total customers (0.104): A very weak positive relationship.</a:t>
            </a:r>
          </a:p>
          <a:p>
            <a:pPr lvl="0"/>
            <a:endParaRPr lang="en-IN" dirty="0"/>
          </a:p>
          <a:p>
            <a:endParaRPr lang="en-IN" dirty="0"/>
          </a:p>
        </p:txBody>
      </p:sp>
      <p:graphicFrame>
        <p:nvGraphicFramePr>
          <p:cNvPr id="4" name="Table 3">
            <a:extLst>
              <a:ext uri="{FF2B5EF4-FFF2-40B4-BE49-F238E27FC236}">
                <a16:creationId xmlns:a16="http://schemas.microsoft.com/office/drawing/2014/main" id="{CE228988-B529-F6A4-DA0F-B5F7AF89CCC5}"/>
              </a:ext>
            </a:extLst>
          </p:cNvPr>
          <p:cNvGraphicFramePr>
            <a:graphicFrameLocks noGrp="1"/>
          </p:cNvGraphicFramePr>
          <p:nvPr>
            <p:extLst>
              <p:ext uri="{D42A27DB-BD31-4B8C-83A1-F6EECF244321}">
                <p14:modId xmlns:p14="http://schemas.microsoft.com/office/powerpoint/2010/main" val="3911155573"/>
              </p:ext>
            </p:extLst>
          </p:nvPr>
        </p:nvGraphicFramePr>
        <p:xfrm>
          <a:off x="7830766" y="1167319"/>
          <a:ext cx="4241256" cy="5564000"/>
        </p:xfrm>
        <a:graphic>
          <a:graphicData uri="http://schemas.openxmlformats.org/drawingml/2006/table">
            <a:tbl>
              <a:tblPr>
                <a:tableStyleId>{5C22544A-7EE6-4342-B048-85BDC9FD1C3A}</a:tableStyleId>
              </a:tblPr>
              <a:tblGrid>
                <a:gridCol w="1413752">
                  <a:extLst>
                    <a:ext uri="{9D8B030D-6E8A-4147-A177-3AD203B41FA5}">
                      <a16:colId xmlns:a16="http://schemas.microsoft.com/office/drawing/2014/main" val="3625687139"/>
                    </a:ext>
                  </a:extLst>
                </a:gridCol>
                <a:gridCol w="1413752">
                  <a:extLst>
                    <a:ext uri="{9D8B030D-6E8A-4147-A177-3AD203B41FA5}">
                      <a16:colId xmlns:a16="http://schemas.microsoft.com/office/drawing/2014/main" val="2817025551"/>
                    </a:ext>
                  </a:extLst>
                </a:gridCol>
                <a:gridCol w="1413752">
                  <a:extLst>
                    <a:ext uri="{9D8B030D-6E8A-4147-A177-3AD203B41FA5}">
                      <a16:colId xmlns:a16="http://schemas.microsoft.com/office/drawing/2014/main" val="16398461"/>
                    </a:ext>
                  </a:extLst>
                </a:gridCol>
              </a:tblGrid>
              <a:tr h="427635">
                <a:tc>
                  <a:txBody>
                    <a:bodyPr/>
                    <a:lstStyle/>
                    <a:p>
                      <a:pPr>
                        <a:buNone/>
                      </a:pPr>
                      <a:r>
                        <a:rPr lang="en-IN" sz="1200"/>
                        <a:t>Variable relationship</a:t>
                      </a:r>
                    </a:p>
                  </a:txBody>
                  <a:tcPr marL="62623" marR="62623" marT="31312" marB="31312" anchor="ctr"/>
                </a:tc>
                <a:tc>
                  <a:txBody>
                    <a:bodyPr/>
                    <a:lstStyle/>
                    <a:p>
                      <a:pPr>
                        <a:buNone/>
                      </a:pPr>
                      <a:r>
                        <a:rPr lang="en-IN" sz="1200"/>
                        <a:t>Correlation</a:t>
                      </a:r>
                    </a:p>
                  </a:txBody>
                  <a:tcPr marL="62623" marR="62623" marT="31312" marB="31312" anchor="ctr"/>
                </a:tc>
                <a:tc>
                  <a:txBody>
                    <a:bodyPr/>
                    <a:lstStyle/>
                    <a:p>
                      <a:pPr>
                        <a:buNone/>
                      </a:pPr>
                      <a:r>
                        <a:rPr lang="en-IN" sz="1200"/>
                        <a:t>Interpretation</a:t>
                      </a:r>
                    </a:p>
                  </a:txBody>
                  <a:tcPr marL="62623" marR="62623" marT="31312" marB="31312" anchor="ctr"/>
                </a:tc>
                <a:extLst>
                  <a:ext uri="{0D108BD9-81ED-4DB2-BD59-A6C34878D82A}">
                    <a16:rowId xmlns:a16="http://schemas.microsoft.com/office/drawing/2014/main" val="777392168"/>
                  </a:ext>
                </a:extLst>
              </a:tr>
              <a:tr h="610195">
                <a:tc>
                  <a:txBody>
                    <a:bodyPr/>
                    <a:lstStyle/>
                    <a:p>
                      <a:pPr>
                        <a:buNone/>
                      </a:pPr>
                      <a:r>
                        <a:rPr lang="en-IN" sz="1200"/>
                        <a:t>Registered Cust ↔ Total Count Cust</a:t>
                      </a:r>
                    </a:p>
                  </a:txBody>
                  <a:tcPr marL="62623" marR="62623" marT="31312" marB="31312" anchor="ctr"/>
                </a:tc>
                <a:tc>
                  <a:txBody>
                    <a:bodyPr/>
                    <a:lstStyle/>
                    <a:p>
                      <a:pPr>
                        <a:buNone/>
                      </a:pPr>
                      <a:r>
                        <a:rPr lang="en-IN" sz="1200"/>
                        <a:t>0.990</a:t>
                      </a:r>
                    </a:p>
                  </a:txBody>
                  <a:tcPr marL="62623" marR="62623" marT="31312" marB="31312" anchor="ctr"/>
                </a:tc>
                <a:tc>
                  <a:txBody>
                    <a:bodyPr/>
                    <a:lstStyle/>
                    <a:p>
                      <a:pPr>
                        <a:buNone/>
                      </a:pPr>
                      <a:r>
                        <a:rPr lang="en-IN" sz="1200"/>
                        <a:t>Extremely strong positive correlation</a:t>
                      </a:r>
                    </a:p>
                  </a:txBody>
                  <a:tcPr marL="62623" marR="62623" marT="31312" marB="31312" anchor="ctr"/>
                </a:tc>
                <a:extLst>
                  <a:ext uri="{0D108BD9-81ED-4DB2-BD59-A6C34878D82A}">
                    <a16:rowId xmlns:a16="http://schemas.microsoft.com/office/drawing/2014/main" val="1430066346"/>
                  </a:ext>
                </a:extLst>
              </a:tr>
              <a:tr h="427635">
                <a:tc>
                  <a:txBody>
                    <a:bodyPr/>
                    <a:lstStyle/>
                    <a:p>
                      <a:pPr>
                        <a:buNone/>
                      </a:pPr>
                      <a:r>
                        <a:rPr lang="en-IN" sz="1200"/>
                        <a:t>Actual Temp ↔ Assumed Temp</a:t>
                      </a:r>
                    </a:p>
                  </a:txBody>
                  <a:tcPr marL="62623" marR="62623" marT="31312" marB="31312" anchor="ctr"/>
                </a:tc>
                <a:tc>
                  <a:txBody>
                    <a:bodyPr/>
                    <a:lstStyle/>
                    <a:p>
                      <a:pPr>
                        <a:buNone/>
                      </a:pPr>
                      <a:r>
                        <a:rPr lang="en-IN" sz="1200"/>
                        <a:t>0.837</a:t>
                      </a:r>
                    </a:p>
                  </a:txBody>
                  <a:tcPr marL="62623" marR="62623" marT="31312" marB="31312" anchor="ctr"/>
                </a:tc>
                <a:tc>
                  <a:txBody>
                    <a:bodyPr/>
                    <a:lstStyle/>
                    <a:p>
                      <a:pPr>
                        <a:buNone/>
                      </a:pPr>
                      <a:r>
                        <a:rPr lang="en-IN" sz="1200"/>
                        <a:t>Strong positive correlation</a:t>
                      </a:r>
                    </a:p>
                  </a:txBody>
                  <a:tcPr marL="62623" marR="62623" marT="31312" marB="31312" anchor="ctr"/>
                </a:tc>
                <a:extLst>
                  <a:ext uri="{0D108BD9-81ED-4DB2-BD59-A6C34878D82A}">
                    <a16:rowId xmlns:a16="http://schemas.microsoft.com/office/drawing/2014/main" val="3970579078"/>
                  </a:ext>
                </a:extLst>
              </a:tr>
              <a:tr h="610195">
                <a:tc>
                  <a:txBody>
                    <a:bodyPr/>
                    <a:lstStyle/>
                    <a:p>
                      <a:pPr>
                        <a:buNone/>
                      </a:pPr>
                      <a:r>
                        <a:rPr lang="en-IN" sz="1200"/>
                        <a:t>Actual Temp ↔ Casually Enq Cust</a:t>
                      </a:r>
                    </a:p>
                  </a:txBody>
                  <a:tcPr marL="62623" marR="62623" marT="31312" marB="31312" anchor="ctr"/>
                </a:tc>
                <a:tc>
                  <a:txBody>
                    <a:bodyPr/>
                    <a:lstStyle/>
                    <a:p>
                      <a:pPr>
                        <a:buNone/>
                      </a:pPr>
                      <a:r>
                        <a:rPr lang="en-IN" sz="1200"/>
                        <a:t>0.470</a:t>
                      </a:r>
                    </a:p>
                  </a:txBody>
                  <a:tcPr marL="62623" marR="62623" marT="31312" marB="31312" anchor="ctr"/>
                </a:tc>
                <a:tc>
                  <a:txBody>
                    <a:bodyPr/>
                    <a:lstStyle/>
                    <a:p>
                      <a:pPr>
                        <a:buNone/>
                      </a:pPr>
                      <a:r>
                        <a:rPr lang="en-IN" sz="1200"/>
                        <a:t>Moderate positive correlation</a:t>
                      </a:r>
                    </a:p>
                  </a:txBody>
                  <a:tcPr marL="62623" marR="62623" marT="31312" marB="31312" anchor="ctr"/>
                </a:tc>
                <a:extLst>
                  <a:ext uri="{0D108BD9-81ED-4DB2-BD59-A6C34878D82A}">
                    <a16:rowId xmlns:a16="http://schemas.microsoft.com/office/drawing/2014/main" val="670901454"/>
                  </a:ext>
                </a:extLst>
              </a:tr>
              <a:tr h="610195">
                <a:tc>
                  <a:txBody>
                    <a:bodyPr/>
                    <a:lstStyle/>
                    <a:p>
                      <a:pPr>
                        <a:buNone/>
                      </a:pPr>
                      <a:r>
                        <a:rPr lang="en-IN" sz="1200"/>
                        <a:t>Assumed Temp ↔ Casually Enq Cust</a:t>
                      </a:r>
                    </a:p>
                  </a:txBody>
                  <a:tcPr marL="62623" marR="62623" marT="31312" marB="31312" anchor="ctr"/>
                </a:tc>
                <a:tc>
                  <a:txBody>
                    <a:bodyPr/>
                    <a:lstStyle/>
                    <a:p>
                      <a:pPr>
                        <a:buNone/>
                      </a:pPr>
                      <a:r>
                        <a:rPr lang="en-IN" sz="1200"/>
                        <a:t>0.407</a:t>
                      </a:r>
                    </a:p>
                  </a:txBody>
                  <a:tcPr marL="62623" marR="62623" marT="31312" marB="31312" anchor="ctr"/>
                </a:tc>
                <a:tc>
                  <a:txBody>
                    <a:bodyPr/>
                    <a:lstStyle/>
                    <a:p>
                      <a:pPr>
                        <a:buNone/>
                      </a:pPr>
                      <a:r>
                        <a:rPr lang="en-IN" sz="1200"/>
                        <a:t>Moderate positive correlation</a:t>
                      </a:r>
                    </a:p>
                  </a:txBody>
                  <a:tcPr marL="62623" marR="62623" marT="31312" marB="31312" anchor="ctr"/>
                </a:tc>
                <a:extLst>
                  <a:ext uri="{0D108BD9-81ED-4DB2-BD59-A6C34878D82A}">
                    <a16:rowId xmlns:a16="http://schemas.microsoft.com/office/drawing/2014/main" val="2763378546"/>
                  </a:ext>
                </a:extLst>
              </a:tr>
              <a:tr h="610195">
                <a:tc>
                  <a:txBody>
                    <a:bodyPr/>
                    <a:lstStyle/>
                    <a:p>
                      <a:pPr>
                        <a:buNone/>
                      </a:pPr>
                      <a:r>
                        <a:rPr lang="en-IN" sz="1200"/>
                        <a:t>Casually Enq Cust ↔ Total Count Cust</a:t>
                      </a:r>
                    </a:p>
                  </a:txBody>
                  <a:tcPr marL="62623" marR="62623" marT="31312" marB="31312" anchor="ctr"/>
                </a:tc>
                <a:tc>
                  <a:txBody>
                    <a:bodyPr/>
                    <a:lstStyle/>
                    <a:p>
                      <a:pPr>
                        <a:buNone/>
                      </a:pPr>
                      <a:r>
                        <a:rPr lang="en-IN" sz="1200"/>
                        <a:t>0.467</a:t>
                      </a:r>
                    </a:p>
                  </a:txBody>
                  <a:tcPr marL="62623" marR="62623" marT="31312" marB="31312" anchor="ctr"/>
                </a:tc>
                <a:tc>
                  <a:txBody>
                    <a:bodyPr/>
                    <a:lstStyle/>
                    <a:p>
                      <a:pPr>
                        <a:buNone/>
                      </a:pPr>
                      <a:r>
                        <a:rPr lang="en-IN" sz="1200" dirty="0"/>
                        <a:t>Moderate positive correlation</a:t>
                      </a:r>
                    </a:p>
                  </a:txBody>
                  <a:tcPr marL="62623" marR="62623" marT="31312" marB="31312" anchor="ctr"/>
                </a:tc>
                <a:extLst>
                  <a:ext uri="{0D108BD9-81ED-4DB2-BD59-A6C34878D82A}">
                    <a16:rowId xmlns:a16="http://schemas.microsoft.com/office/drawing/2014/main" val="2223673246"/>
                  </a:ext>
                </a:extLst>
              </a:tr>
              <a:tr h="792756">
                <a:tc>
                  <a:txBody>
                    <a:bodyPr/>
                    <a:lstStyle/>
                    <a:p>
                      <a:pPr>
                        <a:buNone/>
                      </a:pPr>
                      <a:r>
                        <a:rPr lang="en-IN" sz="1200"/>
                        <a:t>Casually Enq Cust ↔ Registered Cust</a:t>
                      </a:r>
                    </a:p>
                  </a:txBody>
                  <a:tcPr marL="62623" marR="62623" marT="31312" marB="31312" anchor="ctr"/>
                </a:tc>
                <a:tc>
                  <a:txBody>
                    <a:bodyPr/>
                    <a:lstStyle/>
                    <a:p>
                      <a:pPr>
                        <a:buNone/>
                      </a:pPr>
                      <a:r>
                        <a:rPr lang="en-IN" sz="1200"/>
                        <a:t>0.338</a:t>
                      </a:r>
                    </a:p>
                  </a:txBody>
                  <a:tcPr marL="62623" marR="62623" marT="31312" marB="31312" anchor="ctr"/>
                </a:tc>
                <a:tc>
                  <a:txBody>
                    <a:bodyPr/>
                    <a:lstStyle/>
                    <a:p>
                      <a:pPr>
                        <a:buNone/>
                      </a:pPr>
                      <a:r>
                        <a:rPr lang="en-IN" sz="1200"/>
                        <a:t>Weak-to-moderate positive correlation</a:t>
                      </a:r>
                    </a:p>
                  </a:txBody>
                  <a:tcPr marL="62623" marR="62623" marT="31312" marB="31312" anchor="ctr"/>
                </a:tc>
                <a:extLst>
                  <a:ext uri="{0D108BD9-81ED-4DB2-BD59-A6C34878D82A}">
                    <a16:rowId xmlns:a16="http://schemas.microsoft.com/office/drawing/2014/main" val="456354071"/>
                  </a:ext>
                </a:extLst>
              </a:tr>
              <a:tr h="427635">
                <a:tc>
                  <a:txBody>
                    <a:bodyPr/>
                    <a:lstStyle/>
                    <a:p>
                      <a:pPr>
                        <a:buNone/>
                      </a:pPr>
                      <a:r>
                        <a:rPr lang="en-IN" sz="1200"/>
                        <a:t>Windspeed ↔ Assumed Temp</a:t>
                      </a:r>
                    </a:p>
                  </a:txBody>
                  <a:tcPr marL="62623" marR="62623" marT="31312" marB="31312" anchor="ctr"/>
                </a:tc>
                <a:tc>
                  <a:txBody>
                    <a:bodyPr/>
                    <a:lstStyle/>
                    <a:p>
                      <a:pPr>
                        <a:buNone/>
                      </a:pPr>
                      <a:r>
                        <a:rPr lang="en-IN" sz="1200"/>
                        <a:t>-0.210</a:t>
                      </a:r>
                    </a:p>
                  </a:txBody>
                  <a:tcPr marL="62623" marR="62623" marT="31312" marB="31312" anchor="ctr"/>
                </a:tc>
                <a:tc>
                  <a:txBody>
                    <a:bodyPr/>
                    <a:lstStyle/>
                    <a:p>
                      <a:pPr>
                        <a:buNone/>
                      </a:pPr>
                      <a:r>
                        <a:rPr lang="en-IN" sz="1200"/>
                        <a:t>Weak negative correlation</a:t>
                      </a:r>
                    </a:p>
                  </a:txBody>
                  <a:tcPr marL="62623" marR="62623" marT="31312" marB="31312" anchor="ctr"/>
                </a:tc>
                <a:extLst>
                  <a:ext uri="{0D108BD9-81ED-4DB2-BD59-A6C34878D82A}">
                    <a16:rowId xmlns:a16="http://schemas.microsoft.com/office/drawing/2014/main" val="3823855038"/>
                  </a:ext>
                </a:extLst>
              </a:tr>
              <a:tr h="427635">
                <a:tc>
                  <a:txBody>
                    <a:bodyPr/>
                    <a:lstStyle/>
                    <a:p>
                      <a:pPr>
                        <a:buNone/>
                      </a:pPr>
                      <a:r>
                        <a:rPr lang="en-IN" sz="1200"/>
                        <a:t>Weathersit ↔ Total Count Cust</a:t>
                      </a:r>
                    </a:p>
                  </a:txBody>
                  <a:tcPr marL="62623" marR="62623" marT="31312" marB="31312" anchor="ctr"/>
                </a:tc>
                <a:tc>
                  <a:txBody>
                    <a:bodyPr/>
                    <a:lstStyle/>
                    <a:p>
                      <a:pPr>
                        <a:buNone/>
                      </a:pPr>
                      <a:r>
                        <a:rPr lang="en-IN" sz="1200"/>
                        <a:t>-0.126</a:t>
                      </a:r>
                    </a:p>
                  </a:txBody>
                  <a:tcPr marL="62623" marR="62623" marT="31312" marB="31312" anchor="ctr"/>
                </a:tc>
                <a:tc>
                  <a:txBody>
                    <a:bodyPr/>
                    <a:lstStyle/>
                    <a:p>
                      <a:pPr>
                        <a:buNone/>
                      </a:pPr>
                      <a:r>
                        <a:rPr lang="en-IN" sz="1200"/>
                        <a:t>Weak negative correlation</a:t>
                      </a:r>
                    </a:p>
                  </a:txBody>
                  <a:tcPr marL="62623" marR="62623" marT="31312" marB="31312" anchor="ctr"/>
                </a:tc>
                <a:extLst>
                  <a:ext uri="{0D108BD9-81ED-4DB2-BD59-A6C34878D82A}">
                    <a16:rowId xmlns:a16="http://schemas.microsoft.com/office/drawing/2014/main" val="2248829816"/>
                  </a:ext>
                </a:extLst>
              </a:tr>
              <a:tr h="610195">
                <a:tc>
                  <a:txBody>
                    <a:bodyPr/>
                    <a:lstStyle/>
                    <a:p>
                      <a:pPr>
                        <a:buNone/>
                      </a:pPr>
                      <a:r>
                        <a:rPr lang="en-IN" sz="1200"/>
                        <a:t>Humidity ↔ Total Count Cust</a:t>
                      </a:r>
                    </a:p>
                  </a:txBody>
                  <a:tcPr marL="62623" marR="62623" marT="31312" marB="31312" anchor="ctr"/>
                </a:tc>
                <a:tc>
                  <a:txBody>
                    <a:bodyPr/>
                    <a:lstStyle/>
                    <a:p>
                      <a:pPr>
                        <a:buNone/>
                      </a:pPr>
                      <a:r>
                        <a:rPr lang="en-IN" sz="1200"/>
                        <a:t>-0.050</a:t>
                      </a:r>
                    </a:p>
                  </a:txBody>
                  <a:tcPr marL="62623" marR="62623" marT="31312" marB="31312" anchor="ctr"/>
                </a:tc>
                <a:tc>
                  <a:txBody>
                    <a:bodyPr/>
                    <a:lstStyle/>
                    <a:p>
                      <a:pPr>
                        <a:buNone/>
                      </a:pPr>
                      <a:r>
                        <a:rPr lang="en-IN" sz="1200" dirty="0"/>
                        <a:t>Very weak negative correlation</a:t>
                      </a:r>
                    </a:p>
                  </a:txBody>
                  <a:tcPr marL="62623" marR="62623" marT="31312" marB="31312" anchor="ctr"/>
                </a:tc>
                <a:extLst>
                  <a:ext uri="{0D108BD9-81ED-4DB2-BD59-A6C34878D82A}">
                    <a16:rowId xmlns:a16="http://schemas.microsoft.com/office/drawing/2014/main" val="3969286009"/>
                  </a:ext>
                </a:extLst>
              </a:tr>
            </a:tbl>
          </a:graphicData>
        </a:graphic>
      </p:graphicFrame>
    </p:spTree>
    <p:extLst>
      <p:ext uri="{BB962C8B-B14F-4D97-AF65-F5344CB8AC3E}">
        <p14:creationId xmlns:p14="http://schemas.microsoft.com/office/powerpoint/2010/main" val="36078867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258EC-B8DF-C2F8-29CB-3944794A6305}"/>
              </a:ext>
            </a:extLst>
          </p:cNvPr>
          <p:cNvSpPr>
            <a:spLocks noGrp="1"/>
          </p:cNvSpPr>
          <p:nvPr>
            <p:ph type="title"/>
          </p:nvPr>
        </p:nvSpPr>
        <p:spPr>
          <a:xfrm>
            <a:off x="291830" y="248437"/>
            <a:ext cx="9253166" cy="948065"/>
          </a:xfrm>
        </p:spPr>
        <p:txBody>
          <a:bodyPr/>
          <a:lstStyle/>
          <a:p>
            <a:pPr marL="571500" indent="-571500">
              <a:buFont typeface="Wingdings" panose="05000000000000000000" pitchFamily="2" charset="2"/>
              <a:buChar char="Ø"/>
            </a:pPr>
            <a:r>
              <a:rPr lang="en-IN" sz="3200" b="1" dirty="0">
                <a:solidFill>
                  <a:schemeClr val="accent3">
                    <a:lumMod val="20000"/>
                    <a:lumOff val="80000"/>
                  </a:schemeClr>
                </a:solidFill>
                <a:latin typeface="Algerian" panose="04020705040A02060702" pitchFamily="82" charset="0"/>
              </a:rPr>
              <a:t>RESULTS &amp; RECOMMENDATIONS</a:t>
            </a:r>
            <a:r>
              <a:rPr lang="en-IN" sz="3200" b="1" dirty="0">
                <a:solidFill>
                  <a:schemeClr val="accent3">
                    <a:lumMod val="20000"/>
                    <a:lumOff val="80000"/>
                  </a:schemeClr>
                </a:solidFill>
                <a:sym typeface="Wingdings" panose="05000000000000000000" pitchFamily="2" charset="2"/>
              </a:rPr>
              <a:t></a:t>
            </a:r>
            <a:endParaRPr lang="en-IN" sz="3200" b="1" dirty="0">
              <a:solidFill>
                <a:schemeClr val="accent3">
                  <a:lumMod val="20000"/>
                  <a:lumOff val="80000"/>
                </a:schemeClr>
              </a:solidFill>
            </a:endParaRPr>
          </a:p>
        </p:txBody>
      </p:sp>
      <p:sp>
        <p:nvSpPr>
          <p:cNvPr id="3" name="TextBox 2">
            <a:extLst>
              <a:ext uri="{FF2B5EF4-FFF2-40B4-BE49-F238E27FC236}">
                <a16:creationId xmlns:a16="http://schemas.microsoft.com/office/drawing/2014/main" id="{CD41A19B-FA36-C3E1-ED40-2316931729FD}"/>
              </a:ext>
            </a:extLst>
          </p:cNvPr>
          <p:cNvSpPr txBox="1"/>
          <p:nvPr/>
        </p:nvSpPr>
        <p:spPr>
          <a:xfrm>
            <a:off x="458821" y="943583"/>
            <a:ext cx="11274357" cy="5940088"/>
          </a:xfrm>
          <a:prstGeom prst="rect">
            <a:avLst/>
          </a:prstGeom>
          <a:noFill/>
        </p:spPr>
        <p:txBody>
          <a:bodyPr wrap="square" rtlCol="0">
            <a:spAutoFit/>
          </a:bodyPr>
          <a:lstStyle/>
          <a:p>
            <a:pPr marL="285750" indent="-285750">
              <a:buFont typeface="Wingdings" panose="05000000000000000000" pitchFamily="2" charset="2"/>
              <a:buChar char="q"/>
            </a:pPr>
            <a:endParaRPr lang="en-IN" sz="2000" dirty="0"/>
          </a:p>
          <a:p>
            <a:pPr marL="285750" indent="-285750">
              <a:buFont typeface="Wingdings" panose="05000000000000000000" pitchFamily="2" charset="2"/>
              <a:buChar char="q"/>
            </a:pPr>
            <a:r>
              <a:rPr lang="en-IN" sz="2000" dirty="0">
                <a:solidFill>
                  <a:srgbClr val="FFFF00"/>
                </a:solidFill>
              </a:rPr>
              <a:t>Total highest rentals falls on the Clear and Good Climate.</a:t>
            </a:r>
          </a:p>
          <a:p>
            <a:pPr marL="285750" indent="-285750">
              <a:buFont typeface="Wingdings" panose="05000000000000000000" pitchFamily="2" charset="2"/>
              <a:buChar char="q"/>
            </a:pPr>
            <a:r>
              <a:rPr lang="en-IN" sz="2000" dirty="0">
                <a:solidFill>
                  <a:srgbClr val="FFFF00"/>
                </a:solidFill>
              </a:rPr>
              <a:t>Peak Demand Hours in data is around 5 PM.</a:t>
            </a:r>
          </a:p>
          <a:p>
            <a:pPr marL="285750" indent="-285750">
              <a:buFont typeface="Wingdings" panose="05000000000000000000" pitchFamily="2" charset="2"/>
              <a:buChar char="q"/>
            </a:pPr>
            <a:r>
              <a:rPr lang="en-IN" sz="2000" dirty="0">
                <a:solidFill>
                  <a:srgbClr val="FFFF00"/>
                </a:solidFill>
              </a:rPr>
              <a:t>More Bike availability can be given in the Peak Hours.</a:t>
            </a:r>
          </a:p>
          <a:p>
            <a:pPr marL="285750" indent="-285750">
              <a:buFont typeface="Wingdings" panose="05000000000000000000" pitchFamily="2" charset="2"/>
              <a:buChar char="q"/>
            </a:pPr>
            <a:r>
              <a:rPr lang="en-IN" sz="2000" dirty="0">
                <a:solidFill>
                  <a:srgbClr val="FFFF00"/>
                </a:solidFill>
              </a:rPr>
              <a:t>As per the weather conditions plan the fleet availability accordingly.</a:t>
            </a:r>
          </a:p>
          <a:p>
            <a:pPr marL="285750" indent="-285750">
              <a:buFont typeface="Wingdings" panose="05000000000000000000" pitchFamily="2" charset="2"/>
              <a:buChar char="q"/>
            </a:pPr>
            <a:r>
              <a:rPr lang="en-IN" sz="2000" dirty="0">
                <a:solidFill>
                  <a:srgbClr val="FFFF00"/>
                </a:solidFill>
              </a:rPr>
              <a:t>Datasets reigns over the historical periods.</a:t>
            </a:r>
          </a:p>
          <a:p>
            <a:pPr marL="285750" indent="-285750">
              <a:buFont typeface="Wingdings" panose="05000000000000000000" pitchFamily="2" charset="2"/>
              <a:buChar char="q"/>
            </a:pPr>
            <a:r>
              <a:rPr lang="en-IN" sz="2000" dirty="0">
                <a:solidFill>
                  <a:srgbClr val="FFFF00"/>
                </a:solidFill>
              </a:rPr>
              <a:t>Clear Weather has the highest total rental.</a:t>
            </a:r>
          </a:p>
          <a:p>
            <a:pPr marL="285750" indent="-285750">
              <a:buFont typeface="Wingdings" panose="05000000000000000000" pitchFamily="2" charset="2"/>
              <a:buChar char="q"/>
            </a:pPr>
            <a:r>
              <a:rPr lang="en-IN" sz="2000" dirty="0">
                <a:solidFill>
                  <a:srgbClr val="FFFF00"/>
                </a:solidFill>
              </a:rPr>
              <a:t>Planning has to be done on the basis of Weather Conditions.</a:t>
            </a:r>
          </a:p>
          <a:p>
            <a:pPr marL="285750" indent="-285750">
              <a:buFont typeface="Wingdings" panose="05000000000000000000" pitchFamily="2" charset="2"/>
              <a:buChar char="q"/>
            </a:pPr>
            <a:r>
              <a:rPr lang="en-IN" sz="2000" dirty="0">
                <a:solidFill>
                  <a:srgbClr val="FFFF00"/>
                </a:solidFill>
              </a:rPr>
              <a:t>The Bike Rentals Demand is Changing Dominantly on the Basis of Time , Weather Conditions and the Types of Customers.</a:t>
            </a:r>
          </a:p>
          <a:p>
            <a:pPr marL="285750" indent="-285750">
              <a:buFont typeface="Wingdings" panose="05000000000000000000" pitchFamily="2" charset="2"/>
              <a:buChar char="q"/>
            </a:pPr>
            <a:r>
              <a:rPr lang="en-IN" sz="2000" dirty="0">
                <a:solidFill>
                  <a:srgbClr val="FFFF00"/>
                </a:solidFill>
              </a:rPr>
              <a:t>Highest Demand is around 5PM – 6 PM . </a:t>
            </a:r>
          </a:p>
          <a:p>
            <a:pPr marL="285750" indent="-285750">
              <a:buFont typeface="Wingdings" panose="05000000000000000000" pitchFamily="2" charset="2"/>
              <a:buChar char="q"/>
            </a:pPr>
            <a:r>
              <a:rPr lang="en-IN" sz="2000" dirty="0">
                <a:solidFill>
                  <a:srgbClr val="FFFF00"/>
                </a:solidFill>
              </a:rPr>
              <a:t>Actual Temperature And Assumed Temperature is associated comparatively higher rental demand , as very low and high temperature values shows lower activity.</a:t>
            </a:r>
          </a:p>
          <a:p>
            <a:pPr marL="285750" indent="-285750">
              <a:buFont typeface="Wingdings" panose="05000000000000000000" pitchFamily="2" charset="2"/>
              <a:buChar char="q"/>
            </a:pPr>
            <a:r>
              <a:rPr lang="en-IN" sz="2000" dirty="0">
                <a:solidFill>
                  <a:srgbClr val="FFFF00"/>
                </a:solidFill>
              </a:rPr>
              <a:t>Windspeed is inversely proportional to the bike rental activities.</a:t>
            </a:r>
          </a:p>
          <a:p>
            <a:pPr marL="285750" indent="-285750">
              <a:buFont typeface="Wingdings" panose="05000000000000000000" pitchFamily="2" charset="2"/>
              <a:buChar char="q"/>
            </a:pPr>
            <a:r>
              <a:rPr lang="en-IN" sz="2000" dirty="0">
                <a:solidFill>
                  <a:srgbClr val="FFFF00"/>
                </a:solidFill>
              </a:rPr>
              <a:t>Major and Dominant Conclusion from this historical data is “The Registered Users are the Major Part of the Bike rentals activities compared with the Casual Users”.</a:t>
            </a:r>
          </a:p>
          <a:p>
            <a:pPr marL="285750" indent="-285750">
              <a:buFont typeface="Wingdings" panose="05000000000000000000" pitchFamily="2" charset="2"/>
              <a:buChar char="q"/>
            </a:pPr>
            <a:r>
              <a:rPr lang="en-IN" sz="2000" dirty="0">
                <a:solidFill>
                  <a:srgbClr val="FFFF00"/>
                </a:solidFill>
              </a:rPr>
              <a:t>Tools Used : Excel , Power Querry , Pivot table and charts , Dashboards , Forecasting , Anomaly Detections , Correlation Analysis , VBA.</a:t>
            </a:r>
          </a:p>
          <a:p>
            <a:endParaRPr lang="en-IN" sz="2000" dirty="0">
              <a:solidFill>
                <a:srgbClr val="FFFF00"/>
              </a:solidFill>
            </a:endParaRPr>
          </a:p>
        </p:txBody>
      </p:sp>
    </p:spTree>
    <p:extLst>
      <p:ext uri="{BB962C8B-B14F-4D97-AF65-F5344CB8AC3E}">
        <p14:creationId xmlns:p14="http://schemas.microsoft.com/office/powerpoint/2010/main" val="14382523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65904-43DF-BFAB-9D65-74592E67B25E}"/>
              </a:ext>
            </a:extLst>
          </p:cNvPr>
          <p:cNvSpPr>
            <a:spLocks noGrp="1"/>
          </p:cNvSpPr>
          <p:nvPr>
            <p:ph type="title"/>
          </p:nvPr>
        </p:nvSpPr>
        <p:spPr>
          <a:xfrm>
            <a:off x="1011677" y="739303"/>
            <a:ext cx="10496144" cy="4328808"/>
          </a:xfrm>
          <a:prstGeom prst="notchedRightArrow">
            <a:avLst/>
          </a:prstGeom>
          <a:gradFill>
            <a:gsLst>
              <a:gs pos="0">
                <a:srgbClr val="FFFF0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lstStyle/>
          <a:p>
            <a:r>
              <a:rPr lang="en-IN" sz="13800" dirty="0">
                <a:solidFill>
                  <a:schemeClr val="bg1"/>
                </a:solidFill>
                <a:effectLst>
                  <a:outerShdw blurRad="60007" dist="200025" dir="15000000" sy="30000" kx="-1800000" algn="bl" rotWithShape="0">
                    <a:prstClr val="black">
                      <a:alpha val="32000"/>
                    </a:prstClr>
                  </a:outerShdw>
                </a:effectLst>
                <a:latin typeface="Bahnschrift Condensed" panose="020B0502040204020203" pitchFamily="34" charset="0"/>
              </a:rPr>
              <a:t>THANK YOU</a:t>
            </a:r>
          </a:p>
        </p:txBody>
      </p:sp>
    </p:spTree>
    <p:extLst>
      <p:ext uri="{BB962C8B-B14F-4D97-AF65-F5344CB8AC3E}">
        <p14:creationId xmlns:p14="http://schemas.microsoft.com/office/powerpoint/2010/main" val="3246625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F3CD65D-61A5-43C9-A837-6EC73C7DA8A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31F006B4-A9E1-4F39-85C8-FB836F919348}">
  <ds:schemaRefs>
    <ds:schemaRef ds:uri="http://schemas.microsoft.com/sharepoint/v3/contenttype/forms"/>
  </ds:schemaRefs>
</ds:datastoreItem>
</file>

<file path=customXml/itemProps3.xml><?xml version="1.0" encoding="utf-8"?>
<ds:datastoreItem xmlns:ds="http://schemas.openxmlformats.org/officeDocument/2006/customXml" ds:itemID="{16377351-63A1-4C2E-8C9A-66CDD70F16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Ion</Template>
  <TotalTime>6779</TotalTime>
  <Words>1785</Words>
  <Application>Microsoft Office PowerPoint</Application>
  <PresentationFormat>Widescreen</PresentationFormat>
  <Paragraphs>217</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Agency FB</vt:lpstr>
      <vt:lpstr>Algerian</vt:lpstr>
      <vt:lpstr>Bahnschrift Condensed</vt:lpstr>
      <vt:lpstr>Bahnschrift Light</vt:lpstr>
      <vt:lpstr>Century Gothic</vt:lpstr>
      <vt:lpstr>Wingdings</vt:lpstr>
      <vt:lpstr>Wingdings 3</vt:lpstr>
      <vt:lpstr>Ion</vt:lpstr>
      <vt:lpstr>BIKE SHARING DEMAND ANALYSIS - BY    D.JANANI SRI</vt:lpstr>
      <vt:lpstr>PowerPoint Presentation</vt:lpstr>
      <vt:lpstr>DATA INTEGRATION AND WORKFLOW </vt:lpstr>
      <vt:lpstr>FINAL_DATASET </vt:lpstr>
      <vt:lpstr>Monthly Demand users </vt:lpstr>
      <vt:lpstr>AVERAGE CASUAL &amp; REGISTERED USERS BY WEEKDAYS  As per Weekdays Predictions the no. of Registered Customers is high compared with the casual customers.</vt:lpstr>
      <vt:lpstr>WEATHER IMPACTS  </vt:lpstr>
      <vt:lpstr>CORRELATION MATRIX Bike rentals (casual, registered, and total) change over time (hours), showing that registered users overwhelmingly drive total rental volume.</vt:lpstr>
      <vt:lpstr>Total Count of Customers based on a hierarchy of contributing factors: Weather Situation, Month, and Day Type   </vt:lpstr>
      <vt:lpstr>INTERACTIVE DASHBOARDS  </vt:lpstr>
      <vt:lpstr>DASHBORAD ELEMENTS </vt:lpstr>
      <vt:lpstr>Forecasting &amp; Anomaly Detections </vt:lpstr>
      <vt:lpstr>PowerPoint Presentation</vt:lpstr>
      <vt:lpstr>VBA AUTOMATIONS  </vt:lpstr>
      <vt:lpstr>PowerPoint Presentation</vt:lpstr>
      <vt:lpstr>PowerPoint Presentation</vt:lpstr>
      <vt:lpstr>PowerPoint Presentation</vt:lpstr>
      <vt:lpstr>PowerPoint Presentation</vt:lpstr>
      <vt:lpstr>RESULTS &amp; RECOMMENDATIONS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Jananisri Dhanasekar</dc:creator>
  <cp:lastModifiedBy>Jananisri Dhanasekar</cp:lastModifiedBy>
  <cp:revision>1</cp:revision>
  <dcterms:created xsi:type="dcterms:W3CDTF">2026-10-23T22:19:33Z</dcterms:created>
  <dcterms:modified xsi:type="dcterms:W3CDTF">2026-10-28T15:26:58Z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